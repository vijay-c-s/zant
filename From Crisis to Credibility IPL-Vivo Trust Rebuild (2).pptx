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Neue Machina Ultra-Bold" charset="1" panose="00000900000000000000"/>
      <p:regular r:id="rId12"/>
    </p:embeddedFont>
    <p:embeddedFont>
      <p:font typeface="Montserrat" charset="1" panose="0000050000000000000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1.png" Type="http://schemas.openxmlformats.org/officeDocument/2006/relationships/image"/><Relationship Id="rId7" Target="../media/image7.png" Type="http://schemas.openxmlformats.org/officeDocument/2006/relationships/image"/><Relationship Id="rId8" Target="../media/image8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1.png" Type="http://schemas.openxmlformats.org/officeDocument/2006/relationships/image"/><Relationship Id="rId7" Target="../media/image9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1.png" Type="http://schemas.openxmlformats.org/officeDocument/2006/relationships/image"/><Relationship Id="rId7" Target="../media/image10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.svg" Type="http://schemas.openxmlformats.org/officeDocument/2006/relationships/image"/><Relationship Id="rId2" Target="../media/image11.png" Type="http://schemas.openxmlformats.org/officeDocument/2006/relationships/image"/><Relationship Id="rId3" Target="../media/image12.png" Type="http://schemas.openxmlformats.org/officeDocument/2006/relationships/image"/><Relationship Id="rId4" Target="../media/image13.png" Type="http://schemas.openxmlformats.org/officeDocument/2006/relationships/image"/><Relationship Id="rId5" Target="../media/image14.png" Type="http://schemas.openxmlformats.org/officeDocument/2006/relationships/image"/><Relationship Id="rId6" Target="../media/image1.png" Type="http://schemas.openxmlformats.org/officeDocument/2006/relationships/image"/><Relationship Id="rId7" Target="../media/image3.png" Type="http://schemas.openxmlformats.org/officeDocument/2006/relationships/image"/><Relationship Id="rId8" Target="../media/image4.svg" Type="http://schemas.openxmlformats.org/officeDocument/2006/relationships/image"/><Relationship Id="rId9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5.png" Type="http://schemas.openxmlformats.org/officeDocument/2006/relationships/image"/><Relationship Id="rId4" Target="../media/image1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02694" y="0"/>
            <a:ext cx="1652011" cy="1634120"/>
          </a:xfrm>
          <a:custGeom>
            <a:avLst/>
            <a:gdLst/>
            <a:ahLst/>
            <a:cxnLst/>
            <a:rect r="r" b="b" t="t" l="l"/>
            <a:pathLst>
              <a:path h="1634120" w="1652011">
                <a:moveTo>
                  <a:pt x="0" y="0"/>
                </a:moveTo>
                <a:lnTo>
                  <a:pt x="1652012" y="0"/>
                </a:lnTo>
                <a:lnTo>
                  <a:pt x="1652012" y="1634120"/>
                </a:lnTo>
                <a:lnTo>
                  <a:pt x="0" y="16341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815236" y="723344"/>
            <a:ext cx="10850946" cy="1237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64"/>
              </a:lnSpc>
            </a:pPr>
            <a:r>
              <a:rPr lang="en-US" b="true" sz="5724">
                <a:gradFill>
                  <a:gsLst>
                    <a:gs pos="0">
                      <a:srgbClr val="013C75">
                        <a:alpha val="100000"/>
                      </a:srgbClr>
                    </a:gs>
                    <a:gs pos="100000">
                      <a:srgbClr val="105AA2">
                        <a:alpha val="100000"/>
                      </a:srgbClr>
                    </a:gs>
                  </a:gsLst>
                  <a:lin ang="0"/>
                </a:gra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THE 2016 PIVOT :</a:t>
            </a:r>
          </a:p>
          <a:p>
            <a:pPr algn="l" marL="0" indent="0" lvl="0">
              <a:lnSpc>
                <a:spcPts val="4698"/>
              </a:lnSpc>
            </a:pPr>
            <a:r>
              <a:rPr lang="en-US" b="true" sz="6024">
                <a:gradFill>
                  <a:gsLst>
                    <a:gs pos="0">
                      <a:srgbClr val="013C75">
                        <a:alpha val="100000"/>
                      </a:srgbClr>
                    </a:gs>
                    <a:gs pos="100000">
                      <a:srgbClr val="105AA2">
                        <a:alpha val="100000"/>
                      </a:srgbClr>
                    </a:gs>
                  </a:gsLst>
                  <a:lin ang="0"/>
                </a:gra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 </a:t>
            </a:r>
          </a:p>
        </p:txBody>
      </p:sp>
      <p:grpSp>
        <p:nvGrpSpPr>
          <p:cNvPr name="Group 4" id="4"/>
          <p:cNvGrpSpPr/>
          <p:nvPr/>
        </p:nvGrpSpPr>
        <p:grpSpPr>
          <a:xfrm rot="-5400000">
            <a:off x="4810680" y="-9323993"/>
            <a:ext cx="9146363" cy="12555516"/>
            <a:chOff x="0" y="0"/>
            <a:chExt cx="1881968" cy="25834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81968" cy="2583440"/>
            </a:xfrm>
            <a:custGeom>
              <a:avLst/>
              <a:gdLst/>
              <a:ahLst/>
              <a:cxnLst/>
              <a:rect r="r" b="b" t="t" l="l"/>
              <a:pathLst>
                <a:path h="2583440" w="1881968">
                  <a:moveTo>
                    <a:pt x="0" y="0"/>
                  </a:moveTo>
                  <a:lnTo>
                    <a:pt x="1881968" y="0"/>
                  </a:lnTo>
                  <a:lnTo>
                    <a:pt x="1881968" y="2583440"/>
                  </a:lnTo>
                  <a:lnTo>
                    <a:pt x="0" y="2583440"/>
                  </a:lnTo>
                  <a:close/>
                </a:path>
              </a:pathLst>
            </a:custGeom>
            <a:gradFill rotWithShape="true">
              <a:gsLst>
                <a:gs pos="0">
                  <a:srgbClr val="105AA2">
                    <a:alpha val="0"/>
                  </a:srgbClr>
                </a:gs>
                <a:gs pos="25000">
                  <a:srgbClr val="105AA2">
                    <a:alpha val="100000"/>
                  </a:srgbClr>
                </a:gs>
                <a:gs pos="50000">
                  <a:srgbClr val="105AA2">
                    <a:alpha val="100000"/>
                  </a:srgbClr>
                </a:gs>
                <a:gs pos="75000">
                  <a:srgbClr val="013C75">
                    <a:alpha val="100000"/>
                  </a:srgbClr>
                </a:gs>
                <a:gs pos="100000">
                  <a:srgbClr val="013C75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881968" cy="26215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76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3886339" y="2956971"/>
            <a:ext cx="10995044" cy="7330029"/>
          </a:xfrm>
          <a:custGeom>
            <a:avLst/>
            <a:gdLst/>
            <a:ahLst/>
            <a:cxnLst/>
            <a:rect r="r" b="b" t="t" l="l"/>
            <a:pathLst>
              <a:path h="7330029" w="10995044">
                <a:moveTo>
                  <a:pt x="0" y="0"/>
                </a:moveTo>
                <a:lnTo>
                  <a:pt x="10995044" y="0"/>
                </a:lnTo>
                <a:lnTo>
                  <a:pt x="10995044" y="7330029"/>
                </a:lnTo>
                <a:lnTo>
                  <a:pt x="0" y="73300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783128" y="1755547"/>
            <a:ext cx="14035613" cy="638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64"/>
              </a:lnSpc>
            </a:pPr>
            <a:r>
              <a:rPr lang="en-US" b="true" sz="5724">
                <a:gradFill>
                  <a:gsLst>
                    <a:gs pos="0">
                      <a:srgbClr val="013C75">
                        <a:alpha val="100000"/>
                      </a:srgbClr>
                    </a:gs>
                    <a:gs pos="100000">
                      <a:srgbClr val="105AA2">
                        <a:alpha val="100000"/>
                      </a:srgbClr>
                    </a:gs>
                  </a:gsLst>
                  <a:lin ang="0"/>
                </a:gra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A NEW TITLE SPONSOR PROPOSAL</a:t>
            </a:r>
            <a:r>
              <a:rPr lang="en-US" b="true" sz="5724">
                <a:gradFill>
                  <a:gsLst>
                    <a:gs pos="0">
                      <a:srgbClr val="013C75">
                        <a:alpha val="100000"/>
                      </a:srgbClr>
                    </a:gs>
                    <a:gs pos="100000">
                      <a:srgbClr val="105AA2">
                        <a:alpha val="100000"/>
                      </a:srgbClr>
                    </a:gs>
                  </a:gsLst>
                  <a:lin ang="0"/>
                </a:gra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9029517" y="9505741"/>
            <a:ext cx="15248978" cy="0"/>
          </a:xfrm>
          <a:prstGeom prst="line">
            <a:avLst/>
          </a:prstGeom>
          <a:ln cap="flat" w="19050">
            <a:gradFill>
              <a:gsLst>
                <a:gs pos="0">
                  <a:srgbClr val="105AA2">
                    <a:alpha val="0"/>
                  </a:srgbClr>
                </a:gs>
                <a:gs pos="33333">
                  <a:srgbClr val="013C75">
                    <a:alpha val="100000"/>
                  </a:srgbClr>
                </a:gs>
                <a:gs pos="66667">
                  <a:srgbClr val="105AA2">
                    <a:alpha val="100000"/>
                  </a:srgbClr>
                </a:gs>
                <a:gs pos="100000">
                  <a:srgbClr val="105AA2">
                    <a:alpha val="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6815844" y="9748628"/>
            <a:ext cx="15002279" cy="2036826"/>
            <a:chOff x="0" y="0"/>
            <a:chExt cx="3086889" cy="4191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086889" cy="419100"/>
            </a:xfrm>
            <a:custGeom>
              <a:avLst/>
              <a:gdLst/>
              <a:ahLst/>
              <a:cxnLst/>
              <a:rect r="r" b="b" t="t" l="l"/>
              <a:pathLst>
                <a:path h="419100" w="3086889">
                  <a:moveTo>
                    <a:pt x="10079" y="0"/>
                  </a:moveTo>
                  <a:lnTo>
                    <a:pt x="3076810" y="0"/>
                  </a:lnTo>
                  <a:cubicBezTo>
                    <a:pt x="3082376" y="0"/>
                    <a:pt x="3086889" y="4513"/>
                    <a:pt x="3086889" y="10079"/>
                  </a:cubicBezTo>
                  <a:lnTo>
                    <a:pt x="3086889" y="409021"/>
                  </a:lnTo>
                  <a:cubicBezTo>
                    <a:pt x="3086889" y="414587"/>
                    <a:pt x="3082376" y="419100"/>
                    <a:pt x="3076810" y="419100"/>
                  </a:cubicBezTo>
                  <a:lnTo>
                    <a:pt x="10079" y="419100"/>
                  </a:lnTo>
                  <a:cubicBezTo>
                    <a:pt x="4513" y="419100"/>
                    <a:pt x="0" y="414587"/>
                    <a:pt x="0" y="409021"/>
                  </a:cubicBezTo>
                  <a:lnTo>
                    <a:pt x="0" y="10079"/>
                  </a:lnTo>
                  <a:cubicBezTo>
                    <a:pt x="0" y="4513"/>
                    <a:pt x="4513" y="0"/>
                    <a:pt x="10079" y="0"/>
                  </a:cubicBezTo>
                  <a:close/>
                </a:path>
              </a:pathLst>
            </a:custGeom>
            <a:solidFill>
              <a:srgbClr val="24386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086889" cy="457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76"/>
                </a:lnSpc>
              </a:pPr>
            </a:p>
            <a:p>
              <a:pPr algn="ctr" marL="0" indent="0" lvl="0">
                <a:lnSpc>
                  <a:spcPts val="2676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956303" y="6076990"/>
            <a:ext cx="381000" cy="381000"/>
            <a:chOff x="0" y="0"/>
            <a:chExt cx="508000" cy="508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08000" cy="508000"/>
            </a:xfrm>
            <a:custGeom>
              <a:avLst/>
              <a:gdLst/>
              <a:ahLst/>
              <a:cxnLst/>
              <a:rect r="r" b="b" t="t" l="l"/>
              <a:pathLst>
                <a:path h="508000" w="508000">
                  <a:moveTo>
                    <a:pt x="0" y="0"/>
                  </a:moveTo>
                  <a:lnTo>
                    <a:pt x="508000" y="0"/>
                  </a:lnTo>
                  <a:lnTo>
                    <a:pt x="508000" y="508000"/>
                  </a:lnTo>
                  <a:lnTo>
                    <a:pt x="0" y="50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7044" y="67044"/>
              <a:ext cx="373913" cy="373913"/>
            </a:xfrm>
            <a:custGeom>
              <a:avLst/>
              <a:gdLst/>
              <a:ahLst/>
              <a:cxnLst/>
              <a:rect r="r" b="b" t="t" l="l"/>
              <a:pathLst>
                <a:path h="373913" w="373913">
                  <a:moveTo>
                    <a:pt x="0" y="0"/>
                  </a:moveTo>
                  <a:lnTo>
                    <a:pt x="373912" y="0"/>
                  </a:lnTo>
                  <a:lnTo>
                    <a:pt x="373912" y="373912"/>
                  </a:lnTo>
                  <a:lnTo>
                    <a:pt x="0" y="3739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9956303" y="2172488"/>
            <a:ext cx="381000" cy="381000"/>
            <a:chOff x="0" y="0"/>
            <a:chExt cx="508000" cy="508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08000" cy="508000"/>
            </a:xfrm>
            <a:custGeom>
              <a:avLst/>
              <a:gdLst/>
              <a:ahLst/>
              <a:cxnLst/>
              <a:rect r="r" b="b" t="t" l="l"/>
              <a:pathLst>
                <a:path h="508000" w="508000">
                  <a:moveTo>
                    <a:pt x="0" y="0"/>
                  </a:moveTo>
                  <a:lnTo>
                    <a:pt x="508000" y="0"/>
                  </a:lnTo>
                  <a:lnTo>
                    <a:pt x="508000" y="508000"/>
                  </a:lnTo>
                  <a:lnTo>
                    <a:pt x="0" y="50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67044" y="67044"/>
              <a:ext cx="373913" cy="373913"/>
            </a:xfrm>
            <a:custGeom>
              <a:avLst/>
              <a:gdLst/>
              <a:ahLst/>
              <a:cxnLst/>
              <a:rect r="r" b="b" t="t" l="l"/>
              <a:pathLst>
                <a:path h="373913" w="373913">
                  <a:moveTo>
                    <a:pt x="0" y="0"/>
                  </a:moveTo>
                  <a:lnTo>
                    <a:pt x="373912" y="0"/>
                  </a:lnTo>
                  <a:lnTo>
                    <a:pt x="373912" y="373912"/>
                  </a:lnTo>
                  <a:lnTo>
                    <a:pt x="0" y="3739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956303" y="4124274"/>
            <a:ext cx="381000" cy="381000"/>
            <a:chOff x="0" y="0"/>
            <a:chExt cx="508000" cy="508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08000" cy="508000"/>
            </a:xfrm>
            <a:custGeom>
              <a:avLst/>
              <a:gdLst/>
              <a:ahLst/>
              <a:cxnLst/>
              <a:rect r="r" b="b" t="t" l="l"/>
              <a:pathLst>
                <a:path h="508000" w="508000">
                  <a:moveTo>
                    <a:pt x="0" y="0"/>
                  </a:moveTo>
                  <a:lnTo>
                    <a:pt x="508000" y="0"/>
                  </a:lnTo>
                  <a:lnTo>
                    <a:pt x="508000" y="508000"/>
                  </a:lnTo>
                  <a:lnTo>
                    <a:pt x="0" y="50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67044" y="67044"/>
              <a:ext cx="373913" cy="373913"/>
            </a:xfrm>
            <a:custGeom>
              <a:avLst/>
              <a:gdLst/>
              <a:ahLst/>
              <a:cxnLst/>
              <a:rect r="r" b="b" t="t" l="l"/>
              <a:pathLst>
                <a:path h="373913" w="373913">
                  <a:moveTo>
                    <a:pt x="0" y="0"/>
                  </a:moveTo>
                  <a:lnTo>
                    <a:pt x="373912" y="0"/>
                  </a:lnTo>
                  <a:lnTo>
                    <a:pt x="373912" y="373912"/>
                  </a:lnTo>
                  <a:lnTo>
                    <a:pt x="0" y="3739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3051716" y="905199"/>
            <a:ext cx="12184567" cy="778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395"/>
              </a:lnSpc>
            </a:pPr>
            <a:r>
              <a:rPr lang="en-US" b="true" sz="6916">
                <a:gradFill>
                  <a:gsLst>
                    <a:gs pos="0">
                      <a:srgbClr val="013C75">
                        <a:alpha val="100000"/>
                      </a:srgbClr>
                    </a:gs>
                    <a:gs pos="100000">
                      <a:srgbClr val="105AA2">
                        <a:alpha val="100000"/>
                      </a:srgbClr>
                    </a:gs>
                  </a:gsLst>
                  <a:lin ang="0"/>
                </a:gra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THE CRISIS (2013–2015)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494769" y="6029319"/>
            <a:ext cx="6159237" cy="428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78"/>
              </a:lnSpc>
            </a:pPr>
            <a:r>
              <a:rPr lang="en-US" sz="255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What happened to IPL's image?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494769" y="2124863"/>
            <a:ext cx="4215912" cy="428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78"/>
              </a:lnSpc>
            </a:pPr>
            <a:r>
              <a:rPr lang="en-US" sz="255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Who was affected?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494769" y="4076649"/>
            <a:ext cx="5626112" cy="428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78"/>
              </a:lnSpc>
            </a:pPr>
            <a:r>
              <a:rPr lang="en-US" sz="255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Why did this matter?</a:t>
            </a:r>
          </a:p>
        </p:txBody>
      </p:sp>
      <p:grpSp>
        <p:nvGrpSpPr>
          <p:cNvPr name="Group 19" id="19"/>
          <p:cNvGrpSpPr/>
          <p:nvPr/>
        </p:nvGrpSpPr>
        <p:grpSpPr>
          <a:xfrm rot="-5400000">
            <a:off x="4570819" y="-9062441"/>
            <a:ext cx="9146363" cy="12555516"/>
            <a:chOff x="0" y="0"/>
            <a:chExt cx="1881968" cy="25834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881968" cy="2583440"/>
            </a:xfrm>
            <a:custGeom>
              <a:avLst/>
              <a:gdLst/>
              <a:ahLst/>
              <a:cxnLst/>
              <a:rect r="r" b="b" t="t" l="l"/>
              <a:pathLst>
                <a:path h="2583440" w="1881968">
                  <a:moveTo>
                    <a:pt x="0" y="0"/>
                  </a:moveTo>
                  <a:lnTo>
                    <a:pt x="1881968" y="0"/>
                  </a:lnTo>
                  <a:lnTo>
                    <a:pt x="1881968" y="2583440"/>
                  </a:lnTo>
                  <a:lnTo>
                    <a:pt x="0" y="2583440"/>
                  </a:lnTo>
                  <a:close/>
                </a:path>
              </a:pathLst>
            </a:custGeom>
            <a:gradFill rotWithShape="true">
              <a:gsLst>
                <a:gs pos="0">
                  <a:srgbClr val="105AA2">
                    <a:alpha val="0"/>
                  </a:srgbClr>
                </a:gs>
                <a:gs pos="25000">
                  <a:srgbClr val="105AA2">
                    <a:alpha val="100000"/>
                  </a:srgbClr>
                </a:gs>
                <a:gs pos="50000">
                  <a:srgbClr val="105AA2">
                    <a:alpha val="100000"/>
                  </a:srgbClr>
                </a:gs>
                <a:gs pos="75000">
                  <a:srgbClr val="013C75">
                    <a:alpha val="100000"/>
                  </a:srgbClr>
                </a:gs>
                <a:gs pos="100000">
                  <a:srgbClr val="013C75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1881968" cy="26215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76"/>
                </a:lnSpc>
              </a:pP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202694" y="0"/>
            <a:ext cx="1652011" cy="1634120"/>
          </a:xfrm>
          <a:custGeom>
            <a:avLst/>
            <a:gdLst/>
            <a:ahLst/>
            <a:cxnLst/>
            <a:rect r="r" b="b" t="t" l="l"/>
            <a:pathLst>
              <a:path h="1634120" w="1652011">
                <a:moveTo>
                  <a:pt x="0" y="0"/>
                </a:moveTo>
                <a:lnTo>
                  <a:pt x="1652012" y="0"/>
                </a:lnTo>
                <a:lnTo>
                  <a:pt x="1652012" y="1634120"/>
                </a:lnTo>
                <a:lnTo>
                  <a:pt x="0" y="163412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23" id="23"/>
          <p:cNvGrpSpPr/>
          <p:nvPr/>
        </p:nvGrpSpPr>
        <p:grpSpPr>
          <a:xfrm rot="-5400000">
            <a:off x="-1951883" y="2121548"/>
            <a:ext cx="7613176" cy="7640985"/>
            <a:chOff x="0" y="0"/>
            <a:chExt cx="2168229" cy="217614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168229" cy="2176149"/>
            </a:xfrm>
            <a:custGeom>
              <a:avLst/>
              <a:gdLst/>
              <a:ahLst/>
              <a:cxnLst/>
              <a:rect r="r" b="b" t="t" l="l"/>
              <a:pathLst>
                <a:path h="2176149" w="2168229">
                  <a:moveTo>
                    <a:pt x="19862" y="0"/>
                  </a:moveTo>
                  <a:lnTo>
                    <a:pt x="2148368" y="0"/>
                  </a:lnTo>
                  <a:cubicBezTo>
                    <a:pt x="2153635" y="0"/>
                    <a:pt x="2158687" y="2093"/>
                    <a:pt x="2162412" y="5817"/>
                  </a:cubicBezTo>
                  <a:cubicBezTo>
                    <a:pt x="2166137" y="9542"/>
                    <a:pt x="2168229" y="14594"/>
                    <a:pt x="2168229" y="19862"/>
                  </a:cubicBezTo>
                  <a:lnTo>
                    <a:pt x="2168229" y="2156288"/>
                  </a:lnTo>
                  <a:cubicBezTo>
                    <a:pt x="2168229" y="2161555"/>
                    <a:pt x="2166137" y="2166607"/>
                    <a:pt x="2162412" y="2170332"/>
                  </a:cubicBezTo>
                  <a:cubicBezTo>
                    <a:pt x="2158687" y="2174057"/>
                    <a:pt x="2153635" y="2176149"/>
                    <a:pt x="2148368" y="2176149"/>
                  </a:cubicBezTo>
                  <a:lnTo>
                    <a:pt x="19862" y="2176149"/>
                  </a:lnTo>
                  <a:cubicBezTo>
                    <a:pt x="14594" y="2176149"/>
                    <a:pt x="9542" y="2174057"/>
                    <a:pt x="5817" y="2170332"/>
                  </a:cubicBezTo>
                  <a:cubicBezTo>
                    <a:pt x="2093" y="2166607"/>
                    <a:pt x="0" y="2161555"/>
                    <a:pt x="0" y="2156288"/>
                  </a:cubicBezTo>
                  <a:lnTo>
                    <a:pt x="0" y="19862"/>
                  </a:lnTo>
                  <a:cubicBezTo>
                    <a:pt x="0" y="14594"/>
                    <a:pt x="2093" y="9542"/>
                    <a:pt x="5817" y="5817"/>
                  </a:cubicBezTo>
                  <a:cubicBezTo>
                    <a:pt x="9542" y="2093"/>
                    <a:pt x="14594" y="0"/>
                    <a:pt x="19862" y="0"/>
                  </a:cubicBezTo>
                  <a:close/>
                </a:path>
              </a:pathLst>
            </a:custGeom>
            <a:solidFill>
              <a:srgbClr val="243867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2168229" cy="22142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76"/>
                </a:lnSpc>
              </a:pP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0">
            <a:off x="3292012" y="5549562"/>
            <a:ext cx="6292508" cy="4199066"/>
          </a:xfrm>
          <a:custGeom>
            <a:avLst/>
            <a:gdLst/>
            <a:ahLst/>
            <a:cxnLst/>
            <a:rect r="r" b="b" t="t" l="l"/>
            <a:pathLst>
              <a:path h="4199066" w="6292508">
                <a:moveTo>
                  <a:pt x="0" y="0"/>
                </a:moveTo>
                <a:lnTo>
                  <a:pt x="6292509" y="0"/>
                </a:lnTo>
                <a:lnTo>
                  <a:pt x="6292509" y="4199066"/>
                </a:lnTo>
                <a:lnTo>
                  <a:pt x="0" y="419906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414" r="-989" b="-414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202694" y="1957637"/>
            <a:ext cx="4789801" cy="4119353"/>
          </a:xfrm>
          <a:custGeom>
            <a:avLst/>
            <a:gdLst/>
            <a:ahLst/>
            <a:cxnLst/>
            <a:rect r="r" b="b" t="t" l="l"/>
            <a:pathLst>
              <a:path h="4119353" w="4789801">
                <a:moveTo>
                  <a:pt x="0" y="0"/>
                </a:moveTo>
                <a:lnTo>
                  <a:pt x="4789801" y="0"/>
                </a:lnTo>
                <a:lnTo>
                  <a:pt x="4789801" y="4119353"/>
                </a:lnTo>
                <a:lnTo>
                  <a:pt x="0" y="411935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216" r="0" b="-216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426343" y="10074102"/>
            <a:ext cx="11360084" cy="1065938"/>
            <a:chOff x="0" y="0"/>
            <a:chExt cx="2337466" cy="2193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37466" cy="219329"/>
            </a:xfrm>
            <a:custGeom>
              <a:avLst/>
              <a:gdLst/>
              <a:ahLst/>
              <a:cxnLst/>
              <a:rect r="r" b="b" t="t" l="l"/>
              <a:pathLst>
                <a:path h="219329" w="2337466">
                  <a:moveTo>
                    <a:pt x="13311" y="0"/>
                  </a:moveTo>
                  <a:lnTo>
                    <a:pt x="2324155" y="0"/>
                  </a:lnTo>
                  <a:cubicBezTo>
                    <a:pt x="2327685" y="0"/>
                    <a:pt x="2331071" y="1402"/>
                    <a:pt x="2333567" y="3899"/>
                  </a:cubicBezTo>
                  <a:cubicBezTo>
                    <a:pt x="2336063" y="6395"/>
                    <a:pt x="2337466" y="9780"/>
                    <a:pt x="2337466" y="13311"/>
                  </a:cubicBezTo>
                  <a:lnTo>
                    <a:pt x="2337466" y="206018"/>
                  </a:lnTo>
                  <a:cubicBezTo>
                    <a:pt x="2337466" y="209548"/>
                    <a:pt x="2336063" y="212934"/>
                    <a:pt x="2333567" y="215430"/>
                  </a:cubicBezTo>
                  <a:cubicBezTo>
                    <a:pt x="2331071" y="217926"/>
                    <a:pt x="2327685" y="219329"/>
                    <a:pt x="2324155" y="219329"/>
                  </a:cubicBezTo>
                  <a:lnTo>
                    <a:pt x="13311" y="219329"/>
                  </a:lnTo>
                  <a:cubicBezTo>
                    <a:pt x="9780" y="219329"/>
                    <a:pt x="6395" y="217926"/>
                    <a:pt x="3899" y="215430"/>
                  </a:cubicBezTo>
                  <a:cubicBezTo>
                    <a:pt x="1402" y="212934"/>
                    <a:pt x="0" y="209548"/>
                    <a:pt x="0" y="206018"/>
                  </a:cubicBezTo>
                  <a:lnTo>
                    <a:pt x="0" y="13311"/>
                  </a:lnTo>
                  <a:cubicBezTo>
                    <a:pt x="0" y="9780"/>
                    <a:pt x="1402" y="6395"/>
                    <a:pt x="3899" y="3899"/>
                  </a:cubicBezTo>
                  <a:cubicBezTo>
                    <a:pt x="6395" y="1402"/>
                    <a:pt x="9780" y="0"/>
                    <a:pt x="13311" y="0"/>
                  </a:cubicBezTo>
                  <a:close/>
                </a:path>
              </a:pathLst>
            </a:custGeom>
            <a:solidFill>
              <a:srgbClr val="24386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337466" cy="2574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76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756629" y="8711095"/>
            <a:ext cx="8703096" cy="2036826"/>
            <a:chOff x="0" y="0"/>
            <a:chExt cx="1790761" cy="4191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790760" cy="419100"/>
            </a:xfrm>
            <a:custGeom>
              <a:avLst/>
              <a:gdLst/>
              <a:ahLst/>
              <a:cxnLst/>
              <a:rect r="r" b="b" t="t" l="l"/>
              <a:pathLst>
                <a:path h="419100" w="1790760">
                  <a:moveTo>
                    <a:pt x="17374" y="0"/>
                  </a:moveTo>
                  <a:lnTo>
                    <a:pt x="1773386" y="0"/>
                  </a:lnTo>
                  <a:cubicBezTo>
                    <a:pt x="1777994" y="0"/>
                    <a:pt x="1782413" y="1830"/>
                    <a:pt x="1785672" y="5089"/>
                  </a:cubicBezTo>
                  <a:cubicBezTo>
                    <a:pt x="1788930" y="8347"/>
                    <a:pt x="1790760" y="12766"/>
                    <a:pt x="1790760" y="17374"/>
                  </a:cubicBezTo>
                  <a:lnTo>
                    <a:pt x="1790760" y="401726"/>
                  </a:lnTo>
                  <a:cubicBezTo>
                    <a:pt x="1790760" y="406334"/>
                    <a:pt x="1788930" y="410753"/>
                    <a:pt x="1785672" y="414011"/>
                  </a:cubicBezTo>
                  <a:cubicBezTo>
                    <a:pt x="1782413" y="417269"/>
                    <a:pt x="1777994" y="419100"/>
                    <a:pt x="1773386" y="419100"/>
                  </a:cubicBezTo>
                  <a:lnTo>
                    <a:pt x="17374" y="419100"/>
                  </a:lnTo>
                  <a:cubicBezTo>
                    <a:pt x="12766" y="419100"/>
                    <a:pt x="8347" y="417269"/>
                    <a:pt x="5089" y="414011"/>
                  </a:cubicBezTo>
                  <a:cubicBezTo>
                    <a:pt x="1830" y="410753"/>
                    <a:pt x="0" y="406334"/>
                    <a:pt x="0" y="401726"/>
                  </a:cubicBezTo>
                  <a:lnTo>
                    <a:pt x="0" y="17374"/>
                  </a:lnTo>
                  <a:cubicBezTo>
                    <a:pt x="0" y="12766"/>
                    <a:pt x="1830" y="8347"/>
                    <a:pt x="5089" y="5089"/>
                  </a:cubicBezTo>
                  <a:cubicBezTo>
                    <a:pt x="8347" y="1830"/>
                    <a:pt x="12766" y="0"/>
                    <a:pt x="17374" y="0"/>
                  </a:cubicBezTo>
                  <a:close/>
                </a:path>
              </a:pathLst>
            </a:custGeom>
            <a:solidFill>
              <a:srgbClr val="243867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790761" cy="457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76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79964" y="-1560576"/>
            <a:ext cx="15002279" cy="2036826"/>
            <a:chOff x="0" y="0"/>
            <a:chExt cx="3086889" cy="4191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086889" cy="419100"/>
            </a:xfrm>
            <a:custGeom>
              <a:avLst/>
              <a:gdLst/>
              <a:ahLst/>
              <a:cxnLst/>
              <a:rect r="r" b="b" t="t" l="l"/>
              <a:pathLst>
                <a:path h="419100" w="3086889">
                  <a:moveTo>
                    <a:pt x="10079" y="0"/>
                  </a:moveTo>
                  <a:lnTo>
                    <a:pt x="3076810" y="0"/>
                  </a:lnTo>
                  <a:cubicBezTo>
                    <a:pt x="3082376" y="0"/>
                    <a:pt x="3086889" y="4513"/>
                    <a:pt x="3086889" y="10079"/>
                  </a:cubicBezTo>
                  <a:lnTo>
                    <a:pt x="3086889" y="409021"/>
                  </a:lnTo>
                  <a:cubicBezTo>
                    <a:pt x="3086889" y="414587"/>
                    <a:pt x="3082376" y="419100"/>
                    <a:pt x="3076810" y="419100"/>
                  </a:cubicBezTo>
                  <a:lnTo>
                    <a:pt x="10079" y="419100"/>
                  </a:lnTo>
                  <a:cubicBezTo>
                    <a:pt x="4513" y="419100"/>
                    <a:pt x="0" y="414587"/>
                    <a:pt x="0" y="409021"/>
                  </a:cubicBezTo>
                  <a:lnTo>
                    <a:pt x="0" y="10079"/>
                  </a:lnTo>
                  <a:cubicBezTo>
                    <a:pt x="0" y="4513"/>
                    <a:pt x="4513" y="0"/>
                    <a:pt x="10079" y="0"/>
                  </a:cubicBezTo>
                  <a:close/>
                </a:path>
              </a:pathLst>
            </a:custGeom>
            <a:solidFill>
              <a:srgbClr val="243867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086889" cy="457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76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-5400000">
            <a:off x="12159345" y="1631219"/>
            <a:ext cx="7613176" cy="7640985"/>
            <a:chOff x="0" y="0"/>
            <a:chExt cx="2168229" cy="217614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68229" cy="2176149"/>
            </a:xfrm>
            <a:custGeom>
              <a:avLst/>
              <a:gdLst/>
              <a:ahLst/>
              <a:cxnLst/>
              <a:rect r="r" b="b" t="t" l="l"/>
              <a:pathLst>
                <a:path h="2176149" w="2168229">
                  <a:moveTo>
                    <a:pt x="19862" y="0"/>
                  </a:moveTo>
                  <a:lnTo>
                    <a:pt x="2148368" y="0"/>
                  </a:lnTo>
                  <a:cubicBezTo>
                    <a:pt x="2153635" y="0"/>
                    <a:pt x="2158687" y="2093"/>
                    <a:pt x="2162412" y="5817"/>
                  </a:cubicBezTo>
                  <a:cubicBezTo>
                    <a:pt x="2166137" y="9542"/>
                    <a:pt x="2168229" y="14594"/>
                    <a:pt x="2168229" y="19862"/>
                  </a:cubicBezTo>
                  <a:lnTo>
                    <a:pt x="2168229" y="2156288"/>
                  </a:lnTo>
                  <a:cubicBezTo>
                    <a:pt x="2168229" y="2161555"/>
                    <a:pt x="2166137" y="2166607"/>
                    <a:pt x="2162412" y="2170332"/>
                  </a:cubicBezTo>
                  <a:cubicBezTo>
                    <a:pt x="2158687" y="2174057"/>
                    <a:pt x="2153635" y="2176149"/>
                    <a:pt x="2148368" y="2176149"/>
                  </a:cubicBezTo>
                  <a:lnTo>
                    <a:pt x="19862" y="2176149"/>
                  </a:lnTo>
                  <a:cubicBezTo>
                    <a:pt x="14594" y="2176149"/>
                    <a:pt x="9542" y="2174057"/>
                    <a:pt x="5817" y="2170332"/>
                  </a:cubicBezTo>
                  <a:cubicBezTo>
                    <a:pt x="2093" y="2166607"/>
                    <a:pt x="0" y="2161555"/>
                    <a:pt x="0" y="2156288"/>
                  </a:cubicBezTo>
                  <a:lnTo>
                    <a:pt x="0" y="19862"/>
                  </a:lnTo>
                  <a:cubicBezTo>
                    <a:pt x="0" y="14594"/>
                    <a:pt x="2093" y="9542"/>
                    <a:pt x="5817" y="5817"/>
                  </a:cubicBezTo>
                  <a:cubicBezTo>
                    <a:pt x="9542" y="2093"/>
                    <a:pt x="14594" y="0"/>
                    <a:pt x="19862" y="0"/>
                  </a:cubicBezTo>
                  <a:close/>
                </a:path>
              </a:pathLst>
            </a:custGeom>
            <a:solidFill>
              <a:srgbClr val="243867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168229" cy="22142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76"/>
                </a:lnSpc>
              </a:pPr>
            </a:p>
          </p:txBody>
        </p:sp>
      </p:grpSp>
      <p:sp>
        <p:nvSpPr>
          <p:cNvPr name="AutoShape 14" id="14"/>
          <p:cNvSpPr/>
          <p:nvPr/>
        </p:nvSpPr>
        <p:spPr>
          <a:xfrm>
            <a:off x="7747145" y="9816068"/>
            <a:ext cx="15248978" cy="0"/>
          </a:xfrm>
          <a:prstGeom prst="line">
            <a:avLst/>
          </a:prstGeom>
          <a:ln cap="flat" w="19050">
            <a:gradFill>
              <a:gsLst>
                <a:gs pos="0">
                  <a:srgbClr val="105AA2">
                    <a:alpha val="0"/>
                  </a:srgbClr>
                </a:gs>
                <a:gs pos="33333">
                  <a:srgbClr val="013C75">
                    <a:alpha val="100000"/>
                  </a:srgbClr>
                </a:gs>
                <a:gs pos="66667">
                  <a:srgbClr val="105AA2">
                    <a:alpha val="100000"/>
                  </a:srgbClr>
                </a:gs>
                <a:gs pos="100000">
                  <a:srgbClr val="105AA2">
                    <a:alpha val="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grpSp>
        <p:nvGrpSpPr>
          <p:cNvPr name="Group 15" id="15"/>
          <p:cNvGrpSpPr/>
          <p:nvPr/>
        </p:nvGrpSpPr>
        <p:grpSpPr>
          <a:xfrm rot="0">
            <a:off x="1028700" y="2419674"/>
            <a:ext cx="418086" cy="418086"/>
            <a:chOff x="0" y="0"/>
            <a:chExt cx="557449" cy="55744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57449" cy="557449"/>
            </a:xfrm>
            <a:custGeom>
              <a:avLst/>
              <a:gdLst/>
              <a:ahLst/>
              <a:cxnLst/>
              <a:rect r="r" b="b" t="t" l="l"/>
              <a:pathLst>
                <a:path h="557449" w="557449">
                  <a:moveTo>
                    <a:pt x="0" y="0"/>
                  </a:moveTo>
                  <a:lnTo>
                    <a:pt x="557449" y="0"/>
                  </a:lnTo>
                  <a:lnTo>
                    <a:pt x="557449" y="557449"/>
                  </a:lnTo>
                  <a:lnTo>
                    <a:pt x="0" y="5574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73570" y="73570"/>
              <a:ext cx="410309" cy="410309"/>
            </a:xfrm>
            <a:custGeom>
              <a:avLst/>
              <a:gdLst/>
              <a:ahLst/>
              <a:cxnLst/>
              <a:rect r="r" b="b" t="t" l="l"/>
              <a:pathLst>
                <a:path h="410309" w="410309">
                  <a:moveTo>
                    <a:pt x="0" y="0"/>
                  </a:moveTo>
                  <a:lnTo>
                    <a:pt x="410309" y="0"/>
                  </a:lnTo>
                  <a:lnTo>
                    <a:pt x="410309" y="410309"/>
                  </a:lnTo>
                  <a:lnTo>
                    <a:pt x="0" y="4103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028700" y="4074747"/>
            <a:ext cx="418086" cy="418086"/>
            <a:chOff x="0" y="0"/>
            <a:chExt cx="557449" cy="55744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57449" cy="557449"/>
            </a:xfrm>
            <a:custGeom>
              <a:avLst/>
              <a:gdLst/>
              <a:ahLst/>
              <a:cxnLst/>
              <a:rect r="r" b="b" t="t" l="l"/>
              <a:pathLst>
                <a:path h="557449" w="557449">
                  <a:moveTo>
                    <a:pt x="0" y="0"/>
                  </a:moveTo>
                  <a:lnTo>
                    <a:pt x="557449" y="0"/>
                  </a:lnTo>
                  <a:lnTo>
                    <a:pt x="557449" y="557449"/>
                  </a:lnTo>
                  <a:lnTo>
                    <a:pt x="0" y="5574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73570" y="73570"/>
              <a:ext cx="410309" cy="410309"/>
            </a:xfrm>
            <a:custGeom>
              <a:avLst/>
              <a:gdLst/>
              <a:ahLst/>
              <a:cxnLst/>
              <a:rect r="r" b="b" t="t" l="l"/>
              <a:pathLst>
                <a:path h="410309" w="410309">
                  <a:moveTo>
                    <a:pt x="0" y="0"/>
                  </a:moveTo>
                  <a:lnTo>
                    <a:pt x="410309" y="0"/>
                  </a:lnTo>
                  <a:lnTo>
                    <a:pt x="410309" y="410309"/>
                  </a:lnTo>
                  <a:lnTo>
                    <a:pt x="0" y="4103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028700" y="5729820"/>
            <a:ext cx="418086" cy="418086"/>
            <a:chOff x="0" y="0"/>
            <a:chExt cx="557449" cy="55744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57449" cy="557449"/>
            </a:xfrm>
            <a:custGeom>
              <a:avLst/>
              <a:gdLst/>
              <a:ahLst/>
              <a:cxnLst/>
              <a:rect r="r" b="b" t="t" l="l"/>
              <a:pathLst>
                <a:path h="557449" w="557449">
                  <a:moveTo>
                    <a:pt x="0" y="0"/>
                  </a:moveTo>
                  <a:lnTo>
                    <a:pt x="557449" y="0"/>
                  </a:lnTo>
                  <a:lnTo>
                    <a:pt x="557449" y="557449"/>
                  </a:lnTo>
                  <a:lnTo>
                    <a:pt x="0" y="5574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73570" y="73570"/>
              <a:ext cx="410309" cy="410309"/>
            </a:xfrm>
            <a:custGeom>
              <a:avLst/>
              <a:gdLst/>
              <a:ahLst/>
              <a:cxnLst/>
              <a:rect r="r" b="b" t="t" l="l"/>
              <a:pathLst>
                <a:path h="410309" w="410309">
                  <a:moveTo>
                    <a:pt x="0" y="0"/>
                  </a:moveTo>
                  <a:lnTo>
                    <a:pt x="410309" y="0"/>
                  </a:lnTo>
                  <a:lnTo>
                    <a:pt x="410309" y="410309"/>
                  </a:lnTo>
                  <a:lnTo>
                    <a:pt x="0" y="4103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24" id="24"/>
          <p:cNvSpPr/>
          <p:nvPr/>
        </p:nvSpPr>
        <p:spPr>
          <a:xfrm flipH="false" flipV="false" rot="0">
            <a:off x="202694" y="0"/>
            <a:ext cx="1652011" cy="1634120"/>
          </a:xfrm>
          <a:custGeom>
            <a:avLst/>
            <a:gdLst/>
            <a:ahLst/>
            <a:cxnLst/>
            <a:rect r="r" b="b" t="t" l="l"/>
            <a:pathLst>
              <a:path h="1634120" w="1652011">
                <a:moveTo>
                  <a:pt x="0" y="0"/>
                </a:moveTo>
                <a:lnTo>
                  <a:pt x="1652012" y="0"/>
                </a:lnTo>
                <a:lnTo>
                  <a:pt x="1652012" y="1634120"/>
                </a:lnTo>
                <a:lnTo>
                  <a:pt x="0" y="163412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7773656" y="2539010"/>
            <a:ext cx="8743570" cy="5825403"/>
          </a:xfrm>
          <a:custGeom>
            <a:avLst/>
            <a:gdLst/>
            <a:ahLst/>
            <a:cxnLst/>
            <a:rect r="r" b="b" t="t" l="l"/>
            <a:pathLst>
              <a:path h="5825403" w="8743570">
                <a:moveTo>
                  <a:pt x="0" y="0"/>
                </a:moveTo>
                <a:lnTo>
                  <a:pt x="8743570" y="0"/>
                </a:lnTo>
                <a:lnTo>
                  <a:pt x="8743570" y="5825403"/>
                </a:lnTo>
                <a:lnTo>
                  <a:pt x="0" y="582540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6777320" y="799973"/>
            <a:ext cx="18377227" cy="6955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11"/>
              </a:lnSpc>
            </a:pPr>
            <a:r>
              <a:rPr lang="en-US" b="true" sz="6168">
                <a:gradFill>
                  <a:gsLst>
                    <a:gs pos="0">
                      <a:srgbClr val="013C75">
                        <a:alpha val="100000"/>
                      </a:srgbClr>
                    </a:gs>
                    <a:gs pos="100000">
                      <a:srgbClr val="105AA2">
                        <a:alpha val="100000"/>
                      </a:srgbClr>
                    </a:gs>
                  </a:gsLst>
                  <a:lin ang="0"/>
                </a:gra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THE EXIT 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523208" y="2372049"/>
            <a:ext cx="6749467" cy="13629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5"/>
              </a:lnSpc>
            </a:pPr>
            <a:r>
              <a:rPr lang="en-US" sz="263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</a:t>
            </a:r>
            <a:r>
              <a:rPr lang="en-US" sz="263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epsi exits IPL</a:t>
            </a:r>
          </a:p>
          <a:p>
            <a:pPr algn="l">
              <a:lnSpc>
                <a:spcPts val="3695"/>
              </a:lnSpc>
            </a:pPr>
          </a:p>
          <a:p>
            <a:pPr algn="l" marL="0" indent="0" lvl="0">
              <a:lnSpc>
                <a:spcPts val="3695"/>
              </a:lnSpc>
            </a:pPr>
          </a:p>
        </p:txBody>
      </p:sp>
      <p:sp>
        <p:nvSpPr>
          <p:cNvPr name="TextBox 28" id="28"/>
          <p:cNvSpPr txBox="true"/>
          <p:nvPr/>
        </p:nvSpPr>
        <p:spPr>
          <a:xfrm rot="0">
            <a:off x="1523208" y="4027122"/>
            <a:ext cx="6749467" cy="4413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95"/>
              </a:lnSpc>
            </a:pPr>
            <a:r>
              <a:rPr lang="en-US" sz="263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Market</a:t>
            </a:r>
            <a:r>
              <a:rPr lang="en-US" sz="263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confidence drops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523208" y="5682195"/>
            <a:ext cx="6749467" cy="4413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95"/>
              </a:lnSpc>
            </a:pPr>
            <a:r>
              <a:rPr lang="en-US" sz="263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Mass confusion at the panel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5936319" y="9244712"/>
            <a:ext cx="15248978" cy="0"/>
          </a:xfrm>
          <a:prstGeom prst="line">
            <a:avLst/>
          </a:prstGeom>
          <a:ln cap="flat" w="19050">
            <a:gradFill>
              <a:gsLst>
                <a:gs pos="0">
                  <a:srgbClr val="105AA2">
                    <a:alpha val="0"/>
                  </a:srgbClr>
                </a:gs>
                <a:gs pos="33333">
                  <a:srgbClr val="013C75">
                    <a:alpha val="100000"/>
                  </a:srgbClr>
                </a:gs>
                <a:gs pos="66667">
                  <a:srgbClr val="105AA2">
                    <a:alpha val="100000"/>
                  </a:srgbClr>
                </a:gs>
                <a:gs pos="100000">
                  <a:srgbClr val="105AA2">
                    <a:alpha val="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1175385" y="2425757"/>
            <a:ext cx="455413" cy="455413"/>
            <a:chOff x="0" y="0"/>
            <a:chExt cx="607218" cy="60721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07218" cy="607218"/>
            </a:xfrm>
            <a:custGeom>
              <a:avLst/>
              <a:gdLst/>
              <a:ahLst/>
              <a:cxnLst/>
              <a:rect r="r" b="b" t="t" l="l"/>
              <a:pathLst>
                <a:path h="607218" w="607218">
                  <a:moveTo>
                    <a:pt x="0" y="0"/>
                  </a:moveTo>
                  <a:lnTo>
                    <a:pt x="607218" y="0"/>
                  </a:lnTo>
                  <a:lnTo>
                    <a:pt x="607218" y="607218"/>
                  </a:lnTo>
                  <a:lnTo>
                    <a:pt x="0" y="6072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80138" y="80138"/>
              <a:ext cx="446942" cy="446942"/>
            </a:xfrm>
            <a:custGeom>
              <a:avLst/>
              <a:gdLst/>
              <a:ahLst/>
              <a:cxnLst/>
              <a:rect r="r" b="b" t="t" l="l"/>
              <a:pathLst>
                <a:path h="446942" w="446942">
                  <a:moveTo>
                    <a:pt x="0" y="0"/>
                  </a:moveTo>
                  <a:lnTo>
                    <a:pt x="446942" y="0"/>
                  </a:lnTo>
                  <a:lnTo>
                    <a:pt x="446942" y="446942"/>
                  </a:lnTo>
                  <a:lnTo>
                    <a:pt x="0" y="4469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175385" y="4305487"/>
            <a:ext cx="455413" cy="455413"/>
            <a:chOff x="0" y="0"/>
            <a:chExt cx="607218" cy="60721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07218" cy="607218"/>
            </a:xfrm>
            <a:custGeom>
              <a:avLst/>
              <a:gdLst/>
              <a:ahLst/>
              <a:cxnLst/>
              <a:rect r="r" b="b" t="t" l="l"/>
              <a:pathLst>
                <a:path h="607218" w="607218">
                  <a:moveTo>
                    <a:pt x="0" y="0"/>
                  </a:moveTo>
                  <a:lnTo>
                    <a:pt x="607218" y="0"/>
                  </a:lnTo>
                  <a:lnTo>
                    <a:pt x="607218" y="607218"/>
                  </a:lnTo>
                  <a:lnTo>
                    <a:pt x="0" y="6072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80138" y="80138"/>
              <a:ext cx="446942" cy="446942"/>
            </a:xfrm>
            <a:custGeom>
              <a:avLst/>
              <a:gdLst/>
              <a:ahLst/>
              <a:cxnLst/>
              <a:rect r="r" b="b" t="t" l="l"/>
              <a:pathLst>
                <a:path h="446942" w="446942">
                  <a:moveTo>
                    <a:pt x="0" y="0"/>
                  </a:moveTo>
                  <a:lnTo>
                    <a:pt x="446942" y="0"/>
                  </a:lnTo>
                  <a:lnTo>
                    <a:pt x="446942" y="446942"/>
                  </a:lnTo>
                  <a:lnTo>
                    <a:pt x="0" y="4469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175385" y="6190133"/>
            <a:ext cx="455413" cy="455413"/>
            <a:chOff x="0" y="0"/>
            <a:chExt cx="607218" cy="60721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07218" cy="607218"/>
            </a:xfrm>
            <a:custGeom>
              <a:avLst/>
              <a:gdLst/>
              <a:ahLst/>
              <a:cxnLst/>
              <a:rect r="r" b="b" t="t" l="l"/>
              <a:pathLst>
                <a:path h="607218" w="607218">
                  <a:moveTo>
                    <a:pt x="0" y="0"/>
                  </a:moveTo>
                  <a:lnTo>
                    <a:pt x="607218" y="0"/>
                  </a:lnTo>
                  <a:lnTo>
                    <a:pt x="607218" y="607218"/>
                  </a:lnTo>
                  <a:lnTo>
                    <a:pt x="0" y="6072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80138" y="80138"/>
              <a:ext cx="446942" cy="446942"/>
            </a:xfrm>
            <a:custGeom>
              <a:avLst/>
              <a:gdLst/>
              <a:ahLst/>
              <a:cxnLst/>
              <a:rect r="r" b="b" t="t" l="l"/>
              <a:pathLst>
                <a:path h="446942" w="446942">
                  <a:moveTo>
                    <a:pt x="0" y="0"/>
                  </a:moveTo>
                  <a:lnTo>
                    <a:pt x="446942" y="0"/>
                  </a:lnTo>
                  <a:lnTo>
                    <a:pt x="446942" y="446942"/>
                  </a:lnTo>
                  <a:lnTo>
                    <a:pt x="0" y="4469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-352810" y="-1500391"/>
            <a:ext cx="15002279" cy="2036826"/>
            <a:chOff x="0" y="0"/>
            <a:chExt cx="3086889" cy="4191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086889" cy="419100"/>
            </a:xfrm>
            <a:custGeom>
              <a:avLst/>
              <a:gdLst/>
              <a:ahLst/>
              <a:cxnLst/>
              <a:rect r="r" b="b" t="t" l="l"/>
              <a:pathLst>
                <a:path h="419100" w="3086889">
                  <a:moveTo>
                    <a:pt x="10079" y="0"/>
                  </a:moveTo>
                  <a:lnTo>
                    <a:pt x="3076810" y="0"/>
                  </a:lnTo>
                  <a:cubicBezTo>
                    <a:pt x="3082376" y="0"/>
                    <a:pt x="3086889" y="4513"/>
                    <a:pt x="3086889" y="10079"/>
                  </a:cubicBezTo>
                  <a:lnTo>
                    <a:pt x="3086889" y="409021"/>
                  </a:lnTo>
                  <a:cubicBezTo>
                    <a:pt x="3086889" y="414587"/>
                    <a:pt x="3082376" y="419100"/>
                    <a:pt x="3076810" y="419100"/>
                  </a:cubicBezTo>
                  <a:lnTo>
                    <a:pt x="10079" y="419100"/>
                  </a:lnTo>
                  <a:cubicBezTo>
                    <a:pt x="4513" y="419100"/>
                    <a:pt x="0" y="414587"/>
                    <a:pt x="0" y="409021"/>
                  </a:cubicBezTo>
                  <a:lnTo>
                    <a:pt x="0" y="10079"/>
                  </a:lnTo>
                  <a:cubicBezTo>
                    <a:pt x="0" y="4513"/>
                    <a:pt x="4513" y="0"/>
                    <a:pt x="10079" y="0"/>
                  </a:cubicBezTo>
                  <a:close/>
                </a:path>
              </a:pathLst>
            </a:custGeom>
            <a:solidFill>
              <a:srgbClr val="243867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3086889" cy="457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76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6858342" y="9749537"/>
            <a:ext cx="15002279" cy="2036826"/>
            <a:chOff x="0" y="0"/>
            <a:chExt cx="3086889" cy="4191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086889" cy="419100"/>
            </a:xfrm>
            <a:custGeom>
              <a:avLst/>
              <a:gdLst/>
              <a:ahLst/>
              <a:cxnLst/>
              <a:rect r="r" b="b" t="t" l="l"/>
              <a:pathLst>
                <a:path h="419100" w="3086889">
                  <a:moveTo>
                    <a:pt x="10079" y="0"/>
                  </a:moveTo>
                  <a:lnTo>
                    <a:pt x="3076810" y="0"/>
                  </a:lnTo>
                  <a:cubicBezTo>
                    <a:pt x="3082376" y="0"/>
                    <a:pt x="3086889" y="4513"/>
                    <a:pt x="3086889" y="10079"/>
                  </a:cubicBezTo>
                  <a:lnTo>
                    <a:pt x="3086889" y="409021"/>
                  </a:lnTo>
                  <a:cubicBezTo>
                    <a:pt x="3086889" y="414587"/>
                    <a:pt x="3082376" y="419100"/>
                    <a:pt x="3076810" y="419100"/>
                  </a:cubicBezTo>
                  <a:lnTo>
                    <a:pt x="10079" y="419100"/>
                  </a:lnTo>
                  <a:cubicBezTo>
                    <a:pt x="4513" y="419100"/>
                    <a:pt x="0" y="414587"/>
                    <a:pt x="0" y="409021"/>
                  </a:cubicBezTo>
                  <a:lnTo>
                    <a:pt x="0" y="10079"/>
                  </a:lnTo>
                  <a:cubicBezTo>
                    <a:pt x="0" y="4513"/>
                    <a:pt x="4513" y="0"/>
                    <a:pt x="10079" y="0"/>
                  </a:cubicBezTo>
                  <a:close/>
                </a:path>
              </a:pathLst>
            </a:custGeom>
            <a:solidFill>
              <a:srgbClr val="243867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3086889" cy="457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76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202694" y="216095"/>
            <a:ext cx="1652011" cy="1634120"/>
          </a:xfrm>
          <a:custGeom>
            <a:avLst/>
            <a:gdLst/>
            <a:ahLst/>
            <a:cxnLst/>
            <a:rect r="r" b="b" t="t" l="l"/>
            <a:pathLst>
              <a:path h="1634120" w="1652011">
                <a:moveTo>
                  <a:pt x="0" y="0"/>
                </a:moveTo>
                <a:lnTo>
                  <a:pt x="1652012" y="0"/>
                </a:lnTo>
                <a:lnTo>
                  <a:pt x="1652012" y="1634119"/>
                </a:lnTo>
                <a:lnTo>
                  <a:pt x="0" y="163411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0593310" y="2062197"/>
            <a:ext cx="5159866" cy="6510280"/>
          </a:xfrm>
          <a:custGeom>
            <a:avLst/>
            <a:gdLst/>
            <a:ahLst/>
            <a:cxnLst/>
            <a:rect r="r" b="b" t="t" l="l"/>
            <a:pathLst>
              <a:path h="6510280" w="5159866">
                <a:moveTo>
                  <a:pt x="0" y="0"/>
                </a:moveTo>
                <a:lnTo>
                  <a:pt x="5159865" y="0"/>
                </a:lnTo>
                <a:lnTo>
                  <a:pt x="5159865" y="6510281"/>
                </a:lnTo>
                <a:lnTo>
                  <a:pt x="0" y="651028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89257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3051716" y="1204795"/>
            <a:ext cx="13537461" cy="8574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991"/>
              </a:lnSpc>
            </a:pPr>
            <a:r>
              <a:rPr lang="en-US" b="true" sz="7681">
                <a:gradFill>
                  <a:gsLst>
                    <a:gs pos="0">
                      <a:srgbClr val="013C75">
                        <a:alpha val="100000"/>
                      </a:srgbClr>
                    </a:gs>
                    <a:gs pos="100000">
                      <a:srgbClr val="105AA2">
                        <a:alpha val="100000"/>
                      </a:srgbClr>
                    </a:gs>
                  </a:gsLst>
                  <a:lin ang="0"/>
                </a:gra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LESSONS FROM FAILIURE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027587" y="2368607"/>
            <a:ext cx="6043496" cy="5126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77"/>
              </a:lnSpc>
            </a:pPr>
            <a:r>
              <a:rPr lang="en-US" sz="305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Cond</a:t>
            </a:r>
            <a:r>
              <a:rPr lang="en-US" sz="305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ucted internal reviews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819019" y="4248337"/>
            <a:ext cx="7324981" cy="10456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77"/>
              </a:lnSpc>
            </a:pPr>
            <a:r>
              <a:rPr lang="en-US" sz="305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St</a:t>
            </a:r>
            <a:r>
              <a:rPr lang="en-US" sz="305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rengthened anti-corruption measures 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819019" y="6132983"/>
            <a:ext cx="7324981" cy="10456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77"/>
              </a:lnSpc>
            </a:pPr>
            <a:r>
              <a:rPr lang="en-US" sz="305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Impr</a:t>
            </a:r>
            <a:r>
              <a:rPr lang="en-US" sz="305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oved transparency &amp; accountability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564783" y="1543578"/>
            <a:ext cx="4786925" cy="7316479"/>
            <a:chOff x="0" y="0"/>
            <a:chExt cx="984964" cy="150544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84964" cy="1505448"/>
            </a:xfrm>
            <a:custGeom>
              <a:avLst/>
              <a:gdLst/>
              <a:ahLst/>
              <a:cxnLst/>
              <a:rect r="r" b="b" t="t" l="l"/>
              <a:pathLst>
                <a:path h="1505448" w="984964">
                  <a:moveTo>
                    <a:pt x="31588" y="0"/>
                  </a:moveTo>
                  <a:lnTo>
                    <a:pt x="953376" y="0"/>
                  </a:lnTo>
                  <a:cubicBezTo>
                    <a:pt x="961754" y="0"/>
                    <a:pt x="969788" y="3328"/>
                    <a:pt x="975712" y="9252"/>
                  </a:cubicBezTo>
                  <a:cubicBezTo>
                    <a:pt x="981636" y="15176"/>
                    <a:pt x="984964" y="23210"/>
                    <a:pt x="984964" y="31588"/>
                  </a:cubicBezTo>
                  <a:lnTo>
                    <a:pt x="984964" y="1473860"/>
                  </a:lnTo>
                  <a:cubicBezTo>
                    <a:pt x="984964" y="1482238"/>
                    <a:pt x="981636" y="1490273"/>
                    <a:pt x="975712" y="1496196"/>
                  </a:cubicBezTo>
                  <a:cubicBezTo>
                    <a:pt x="969788" y="1502120"/>
                    <a:pt x="961754" y="1505448"/>
                    <a:pt x="953376" y="1505448"/>
                  </a:cubicBezTo>
                  <a:lnTo>
                    <a:pt x="31588" y="1505448"/>
                  </a:lnTo>
                  <a:cubicBezTo>
                    <a:pt x="23210" y="1505448"/>
                    <a:pt x="15176" y="1502120"/>
                    <a:pt x="9252" y="1496196"/>
                  </a:cubicBezTo>
                  <a:cubicBezTo>
                    <a:pt x="3328" y="1490273"/>
                    <a:pt x="0" y="1482238"/>
                    <a:pt x="0" y="1473860"/>
                  </a:cubicBezTo>
                  <a:lnTo>
                    <a:pt x="0" y="31588"/>
                  </a:lnTo>
                  <a:cubicBezTo>
                    <a:pt x="0" y="23210"/>
                    <a:pt x="3328" y="15176"/>
                    <a:pt x="9252" y="9252"/>
                  </a:cubicBezTo>
                  <a:cubicBezTo>
                    <a:pt x="15176" y="3328"/>
                    <a:pt x="23210" y="0"/>
                    <a:pt x="31588" y="0"/>
                  </a:cubicBezTo>
                  <a:close/>
                </a:path>
              </a:pathLst>
            </a:custGeom>
            <a:solidFill>
              <a:srgbClr val="24386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984964" cy="15435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76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858342" y="9749537"/>
            <a:ext cx="15002279" cy="2036826"/>
            <a:chOff x="0" y="0"/>
            <a:chExt cx="3086889" cy="4191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086889" cy="419100"/>
            </a:xfrm>
            <a:custGeom>
              <a:avLst/>
              <a:gdLst/>
              <a:ahLst/>
              <a:cxnLst/>
              <a:rect r="r" b="b" t="t" l="l"/>
              <a:pathLst>
                <a:path h="419100" w="3086889">
                  <a:moveTo>
                    <a:pt x="10079" y="0"/>
                  </a:moveTo>
                  <a:lnTo>
                    <a:pt x="3076810" y="0"/>
                  </a:lnTo>
                  <a:cubicBezTo>
                    <a:pt x="3082376" y="0"/>
                    <a:pt x="3086889" y="4513"/>
                    <a:pt x="3086889" y="10079"/>
                  </a:cubicBezTo>
                  <a:lnTo>
                    <a:pt x="3086889" y="409021"/>
                  </a:lnTo>
                  <a:cubicBezTo>
                    <a:pt x="3086889" y="414587"/>
                    <a:pt x="3082376" y="419100"/>
                    <a:pt x="3076810" y="419100"/>
                  </a:cubicBezTo>
                  <a:lnTo>
                    <a:pt x="10079" y="419100"/>
                  </a:lnTo>
                  <a:cubicBezTo>
                    <a:pt x="4513" y="419100"/>
                    <a:pt x="0" y="414587"/>
                    <a:pt x="0" y="409021"/>
                  </a:cubicBezTo>
                  <a:lnTo>
                    <a:pt x="0" y="10079"/>
                  </a:lnTo>
                  <a:cubicBezTo>
                    <a:pt x="0" y="4513"/>
                    <a:pt x="4513" y="0"/>
                    <a:pt x="10079" y="0"/>
                  </a:cubicBezTo>
                  <a:close/>
                </a:path>
              </a:pathLst>
            </a:custGeom>
            <a:solidFill>
              <a:srgbClr val="243867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086889" cy="457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76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5400000">
            <a:off x="-4954984" y="4354609"/>
            <a:ext cx="9816243" cy="1471561"/>
            <a:chOff x="0" y="0"/>
            <a:chExt cx="2795662" cy="4191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95662" cy="419100"/>
            </a:xfrm>
            <a:custGeom>
              <a:avLst/>
              <a:gdLst/>
              <a:ahLst/>
              <a:cxnLst/>
              <a:rect r="r" b="b" t="t" l="l"/>
              <a:pathLst>
                <a:path h="419100" w="2795662">
                  <a:moveTo>
                    <a:pt x="15404" y="0"/>
                  </a:moveTo>
                  <a:lnTo>
                    <a:pt x="2780258" y="0"/>
                  </a:lnTo>
                  <a:cubicBezTo>
                    <a:pt x="2784343" y="0"/>
                    <a:pt x="2788261" y="1623"/>
                    <a:pt x="2791150" y="4512"/>
                  </a:cubicBezTo>
                  <a:cubicBezTo>
                    <a:pt x="2794039" y="7401"/>
                    <a:pt x="2795662" y="11319"/>
                    <a:pt x="2795662" y="15404"/>
                  </a:cubicBezTo>
                  <a:lnTo>
                    <a:pt x="2795662" y="403696"/>
                  </a:lnTo>
                  <a:cubicBezTo>
                    <a:pt x="2795662" y="412203"/>
                    <a:pt x="2788765" y="419100"/>
                    <a:pt x="2780258" y="419100"/>
                  </a:cubicBezTo>
                  <a:lnTo>
                    <a:pt x="15404" y="419100"/>
                  </a:lnTo>
                  <a:cubicBezTo>
                    <a:pt x="6897" y="419100"/>
                    <a:pt x="0" y="412203"/>
                    <a:pt x="0" y="403696"/>
                  </a:cubicBezTo>
                  <a:lnTo>
                    <a:pt x="0" y="15404"/>
                  </a:lnTo>
                  <a:cubicBezTo>
                    <a:pt x="0" y="6897"/>
                    <a:pt x="6897" y="0"/>
                    <a:pt x="15404" y="0"/>
                  </a:cubicBezTo>
                  <a:close/>
                </a:path>
              </a:pathLst>
            </a:custGeom>
            <a:solidFill>
              <a:srgbClr val="243867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795662" cy="457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76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412537" y="1937084"/>
            <a:ext cx="6152246" cy="4200850"/>
            <a:chOff x="0" y="0"/>
            <a:chExt cx="1379617" cy="94202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79617" cy="942024"/>
            </a:xfrm>
            <a:custGeom>
              <a:avLst/>
              <a:gdLst/>
              <a:ahLst/>
              <a:cxnLst/>
              <a:rect r="r" b="b" t="t" l="l"/>
              <a:pathLst>
                <a:path h="942024" w="1379617">
                  <a:moveTo>
                    <a:pt x="54111" y="0"/>
                  </a:moveTo>
                  <a:lnTo>
                    <a:pt x="1325506" y="0"/>
                  </a:lnTo>
                  <a:cubicBezTo>
                    <a:pt x="1355391" y="0"/>
                    <a:pt x="1379617" y="24226"/>
                    <a:pt x="1379617" y="54111"/>
                  </a:cubicBezTo>
                  <a:lnTo>
                    <a:pt x="1379617" y="887913"/>
                  </a:lnTo>
                  <a:cubicBezTo>
                    <a:pt x="1379617" y="917798"/>
                    <a:pt x="1355391" y="942024"/>
                    <a:pt x="1325506" y="942024"/>
                  </a:cubicBezTo>
                  <a:lnTo>
                    <a:pt x="54111" y="942024"/>
                  </a:lnTo>
                  <a:cubicBezTo>
                    <a:pt x="24226" y="942024"/>
                    <a:pt x="0" y="917798"/>
                    <a:pt x="0" y="887913"/>
                  </a:cubicBezTo>
                  <a:lnTo>
                    <a:pt x="0" y="54111"/>
                  </a:lnTo>
                  <a:cubicBezTo>
                    <a:pt x="0" y="24226"/>
                    <a:pt x="24226" y="0"/>
                    <a:pt x="54111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5693" r="0" b="-5693"/>
              </a:stretch>
            </a:blipFill>
            <a:ln w="66675" cap="rnd">
              <a:solidFill>
                <a:srgbClr val="FFFFFF"/>
              </a:solidFill>
              <a:prstDash val="solid"/>
              <a:round/>
            </a:ln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9145640" y="1740331"/>
            <a:ext cx="6419144" cy="4594355"/>
          </a:xfrm>
          <a:custGeom>
            <a:avLst/>
            <a:gdLst/>
            <a:ahLst/>
            <a:cxnLst/>
            <a:rect r="r" b="b" t="t" l="l"/>
            <a:pathLst>
              <a:path h="4594355" w="6419144">
                <a:moveTo>
                  <a:pt x="0" y="0"/>
                </a:moveTo>
                <a:lnTo>
                  <a:pt x="6419143" y="0"/>
                </a:lnTo>
                <a:lnTo>
                  <a:pt x="6419143" y="4594356"/>
                </a:lnTo>
                <a:lnTo>
                  <a:pt x="0" y="45943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7585" t="0" r="-7585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9144000" y="6532997"/>
            <a:ext cx="6354271" cy="1563616"/>
          </a:xfrm>
          <a:custGeom>
            <a:avLst/>
            <a:gdLst/>
            <a:ahLst/>
            <a:cxnLst/>
            <a:rect r="r" b="b" t="t" l="l"/>
            <a:pathLst>
              <a:path h="1563616" w="6354271">
                <a:moveTo>
                  <a:pt x="0" y="0"/>
                </a:moveTo>
                <a:lnTo>
                  <a:pt x="6354271" y="0"/>
                </a:lnTo>
                <a:lnTo>
                  <a:pt x="6354271" y="1563616"/>
                </a:lnTo>
                <a:lnTo>
                  <a:pt x="0" y="15636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6865299" y="713410"/>
            <a:ext cx="13486409" cy="630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39"/>
              </a:lnSpc>
            </a:pPr>
            <a:r>
              <a:rPr lang="en-US" b="true" sz="5563">
                <a:gradFill>
                  <a:gsLst>
                    <a:gs pos="0">
                      <a:srgbClr val="013C75">
                        <a:alpha val="100000"/>
                      </a:srgbClr>
                    </a:gs>
                    <a:gs pos="100000">
                      <a:srgbClr val="105AA2">
                        <a:alpha val="100000"/>
                      </a:srgbClr>
                    </a:gs>
                  </a:gsLst>
                  <a:lin ang="0"/>
                </a:gra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VIVO X IPL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845542" y="6154582"/>
            <a:ext cx="6980139" cy="442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94"/>
              </a:lnSpc>
            </a:pPr>
            <a:r>
              <a:rPr lang="en-US" sz="2638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Vivo's opportunity with a transformed IPL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845542" y="4335493"/>
            <a:ext cx="6980139" cy="442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94"/>
              </a:lnSpc>
            </a:pPr>
            <a:r>
              <a:rPr lang="en-US" sz="2638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Unmatched reach and engagement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845542" y="2520327"/>
            <a:ext cx="6980139" cy="442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94"/>
              </a:lnSpc>
            </a:pPr>
            <a:r>
              <a:rPr lang="en-US" sz="2638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 partnership built on resilience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8892193" y="6334687"/>
            <a:ext cx="6672590" cy="1952347"/>
            <a:chOff x="0" y="0"/>
            <a:chExt cx="3370972" cy="9863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370972" cy="986320"/>
            </a:xfrm>
            <a:custGeom>
              <a:avLst/>
              <a:gdLst/>
              <a:ahLst/>
              <a:cxnLst/>
              <a:rect r="r" b="b" t="t" l="l"/>
              <a:pathLst>
                <a:path h="986320" w="3370972">
                  <a:moveTo>
                    <a:pt x="49891" y="0"/>
                  </a:moveTo>
                  <a:lnTo>
                    <a:pt x="3321081" y="0"/>
                  </a:lnTo>
                  <a:cubicBezTo>
                    <a:pt x="3334313" y="0"/>
                    <a:pt x="3347003" y="5256"/>
                    <a:pt x="3356359" y="14613"/>
                  </a:cubicBezTo>
                  <a:cubicBezTo>
                    <a:pt x="3365715" y="23969"/>
                    <a:pt x="3370972" y="36659"/>
                    <a:pt x="3370972" y="49891"/>
                  </a:cubicBezTo>
                  <a:lnTo>
                    <a:pt x="3370972" y="936429"/>
                  </a:lnTo>
                  <a:cubicBezTo>
                    <a:pt x="3370972" y="963983"/>
                    <a:pt x="3348635" y="986320"/>
                    <a:pt x="3321081" y="986320"/>
                  </a:cubicBezTo>
                  <a:lnTo>
                    <a:pt x="49891" y="986320"/>
                  </a:lnTo>
                  <a:cubicBezTo>
                    <a:pt x="22337" y="986320"/>
                    <a:pt x="0" y="963983"/>
                    <a:pt x="0" y="936429"/>
                  </a:cubicBezTo>
                  <a:lnTo>
                    <a:pt x="0" y="49891"/>
                  </a:lnTo>
                  <a:cubicBezTo>
                    <a:pt x="0" y="22337"/>
                    <a:pt x="22337" y="0"/>
                    <a:pt x="49891" y="0"/>
                  </a:cubicBezTo>
                  <a:close/>
                </a:path>
              </a:pathLst>
            </a:custGeom>
            <a:blipFill>
              <a:blip r:embed="rId5"/>
              <a:stretch>
                <a:fillRect l="0" t="-338054" r="0" b="-2825"/>
              </a:stretch>
            </a:blipFill>
            <a:ln w="66675" cap="rnd">
              <a:solidFill>
                <a:srgbClr val="FFFFFF"/>
              </a:solidFill>
              <a:prstDash val="solid"/>
              <a:round/>
            </a:ln>
          </p:spPr>
        </p:sp>
      </p:grpSp>
      <p:sp>
        <p:nvSpPr>
          <p:cNvPr name="Freeform 21" id="21"/>
          <p:cNvSpPr/>
          <p:nvPr/>
        </p:nvSpPr>
        <p:spPr>
          <a:xfrm flipH="false" flipV="false" rot="0">
            <a:off x="349918" y="-90541"/>
            <a:ext cx="1652011" cy="1634120"/>
          </a:xfrm>
          <a:custGeom>
            <a:avLst/>
            <a:gdLst/>
            <a:ahLst/>
            <a:cxnLst/>
            <a:rect r="r" b="b" t="t" l="l"/>
            <a:pathLst>
              <a:path h="1634120" w="1652011">
                <a:moveTo>
                  <a:pt x="0" y="0"/>
                </a:moveTo>
                <a:lnTo>
                  <a:pt x="1652012" y="0"/>
                </a:lnTo>
                <a:lnTo>
                  <a:pt x="1652012" y="1634119"/>
                </a:lnTo>
                <a:lnTo>
                  <a:pt x="0" y="163411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-5400000">
            <a:off x="4839356" y="-9307361"/>
            <a:ext cx="9146363" cy="12555516"/>
            <a:chOff x="0" y="0"/>
            <a:chExt cx="1881968" cy="25834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881968" cy="2583440"/>
            </a:xfrm>
            <a:custGeom>
              <a:avLst/>
              <a:gdLst/>
              <a:ahLst/>
              <a:cxnLst/>
              <a:rect r="r" b="b" t="t" l="l"/>
              <a:pathLst>
                <a:path h="2583440" w="1881968">
                  <a:moveTo>
                    <a:pt x="0" y="0"/>
                  </a:moveTo>
                  <a:lnTo>
                    <a:pt x="1881968" y="0"/>
                  </a:lnTo>
                  <a:lnTo>
                    <a:pt x="1881968" y="2583440"/>
                  </a:lnTo>
                  <a:lnTo>
                    <a:pt x="0" y="2583440"/>
                  </a:lnTo>
                  <a:close/>
                </a:path>
              </a:pathLst>
            </a:custGeom>
            <a:gradFill rotWithShape="true">
              <a:gsLst>
                <a:gs pos="0">
                  <a:srgbClr val="105AA2">
                    <a:alpha val="0"/>
                  </a:srgbClr>
                </a:gs>
                <a:gs pos="25000">
                  <a:srgbClr val="105AA2">
                    <a:alpha val="100000"/>
                  </a:srgbClr>
                </a:gs>
                <a:gs pos="50000">
                  <a:srgbClr val="105AA2">
                    <a:alpha val="100000"/>
                  </a:srgbClr>
                </a:gs>
                <a:gs pos="75000">
                  <a:srgbClr val="013C75">
                    <a:alpha val="100000"/>
                  </a:srgbClr>
                </a:gs>
                <a:gs pos="100000">
                  <a:srgbClr val="013C75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1881968" cy="26215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76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175924" y="2567952"/>
            <a:ext cx="455413" cy="455413"/>
            <a:chOff x="0" y="0"/>
            <a:chExt cx="607218" cy="60721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07218" cy="607218"/>
            </a:xfrm>
            <a:custGeom>
              <a:avLst/>
              <a:gdLst/>
              <a:ahLst/>
              <a:cxnLst/>
              <a:rect r="r" b="b" t="t" l="l"/>
              <a:pathLst>
                <a:path h="607218" w="607218">
                  <a:moveTo>
                    <a:pt x="0" y="0"/>
                  </a:moveTo>
                  <a:lnTo>
                    <a:pt x="607218" y="0"/>
                  </a:lnTo>
                  <a:lnTo>
                    <a:pt x="607218" y="607218"/>
                  </a:lnTo>
                  <a:lnTo>
                    <a:pt x="0" y="6072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80138" y="80138"/>
              <a:ext cx="446942" cy="446942"/>
            </a:xfrm>
            <a:custGeom>
              <a:avLst/>
              <a:gdLst/>
              <a:ahLst/>
              <a:cxnLst/>
              <a:rect r="r" b="b" t="t" l="l"/>
              <a:pathLst>
                <a:path h="446942" w="446942">
                  <a:moveTo>
                    <a:pt x="0" y="0"/>
                  </a:moveTo>
                  <a:lnTo>
                    <a:pt x="446942" y="0"/>
                  </a:lnTo>
                  <a:lnTo>
                    <a:pt x="446942" y="446942"/>
                  </a:lnTo>
                  <a:lnTo>
                    <a:pt x="0" y="4469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175924" y="4352943"/>
            <a:ext cx="455413" cy="455413"/>
            <a:chOff x="0" y="0"/>
            <a:chExt cx="607218" cy="60721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07218" cy="607218"/>
            </a:xfrm>
            <a:custGeom>
              <a:avLst/>
              <a:gdLst/>
              <a:ahLst/>
              <a:cxnLst/>
              <a:rect r="r" b="b" t="t" l="l"/>
              <a:pathLst>
                <a:path h="607218" w="607218">
                  <a:moveTo>
                    <a:pt x="0" y="0"/>
                  </a:moveTo>
                  <a:lnTo>
                    <a:pt x="607218" y="0"/>
                  </a:lnTo>
                  <a:lnTo>
                    <a:pt x="607218" y="607218"/>
                  </a:lnTo>
                  <a:lnTo>
                    <a:pt x="0" y="6072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80138" y="80138"/>
              <a:ext cx="446942" cy="446942"/>
            </a:xfrm>
            <a:custGeom>
              <a:avLst/>
              <a:gdLst/>
              <a:ahLst/>
              <a:cxnLst/>
              <a:rect r="r" b="b" t="t" l="l"/>
              <a:pathLst>
                <a:path h="446942" w="446942">
                  <a:moveTo>
                    <a:pt x="0" y="0"/>
                  </a:moveTo>
                  <a:lnTo>
                    <a:pt x="446942" y="0"/>
                  </a:lnTo>
                  <a:lnTo>
                    <a:pt x="446942" y="446942"/>
                  </a:lnTo>
                  <a:lnTo>
                    <a:pt x="0" y="4469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175924" y="6141856"/>
            <a:ext cx="455413" cy="455413"/>
            <a:chOff x="0" y="0"/>
            <a:chExt cx="607218" cy="60721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07218" cy="607218"/>
            </a:xfrm>
            <a:custGeom>
              <a:avLst/>
              <a:gdLst/>
              <a:ahLst/>
              <a:cxnLst/>
              <a:rect r="r" b="b" t="t" l="l"/>
              <a:pathLst>
                <a:path h="607218" w="607218">
                  <a:moveTo>
                    <a:pt x="0" y="0"/>
                  </a:moveTo>
                  <a:lnTo>
                    <a:pt x="607218" y="0"/>
                  </a:lnTo>
                  <a:lnTo>
                    <a:pt x="607218" y="607218"/>
                  </a:lnTo>
                  <a:lnTo>
                    <a:pt x="0" y="6072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80138" y="80138"/>
              <a:ext cx="446942" cy="446942"/>
            </a:xfrm>
            <a:custGeom>
              <a:avLst/>
              <a:gdLst/>
              <a:ahLst/>
              <a:cxnLst/>
              <a:rect r="r" b="b" t="t" l="l"/>
              <a:pathLst>
                <a:path h="446942" w="446942">
                  <a:moveTo>
                    <a:pt x="0" y="0"/>
                  </a:moveTo>
                  <a:lnTo>
                    <a:pt x="446942" y="0"/>
                  </a:lnTo>
                  <a:lnTo>
                    <a:pt x="446942" y="446942"/>
                  </a:lnTo>
                  <a:lnTo>
                    <a:pt x="0" y="4469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648728" y="9554996"/>
            <a:ext cx="12259431" cy="5937280"/>
            <a:chOff x="0" y="0"/>
            <a:chExt cx="2522517" cy="122166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22517" cy="1221663"/>
            </a:xfrm>
            <a:custGeom>
              <a:avLst/>
              <a:gdLst/>
              <a:ahLst/>
              <a:cxnLst/>
              <a:rect r="r" b="b" t="t" l="l"/>
              <a:pathLst>
                <a:path h="1221663" w="2522517">
                  <a:moveTo>
                    <a:pt x="12334" y="0"/>
                  </a:moveTo>
                  <a:lnTo>
                    <a:pt x="2510183" y="0"/>
                  </a:lnTo>
                  <a:cubicBezTo>
                    <a:pt x="2516995" y="0"/>
                    <a:pt x="2522517" y="5522"/>
                    <a:pt x="2522517" y="12334"/>
                  </a:cubicBezTo>
                  <a:lnTo>
                    <a:pt x="2522517" y="1209329"/>
                  </a:lnTo>
                  <a:cubicBezTo>
                    <a:pt x="2522517" y="1216140"/>
                    <a:pt x="2516995" y="1221663"/>
                    <a:pt x="2510183" y="1221663"/>
                  </a:cubicBezTo>
                  <a:lnTo>
                    <a:pt x="12334" y="1221663"/>
                  </a:lnTo>
                  <a:cubicBezTo>
                    <a:pt x="5522" y="1221663"/>
                    <a:pt x="0" y="1216140"/>
                    <a:pt x="0" y="1209329"/>
                  </a:cubicBezTo>
                  <a:lnTo>
                    <a:pt x="0" y="12334"/>
                  </a:lnTo>
                  <a:cubicBezTo>
                    <a:pt x="0" y="5522"/>
                    <a:pt x="5522" y="0"/>
                    <a:pt x="12334" y="0"/>
                  </a:cubicBezTo>
                  <a:close/>
                </a:path>
              </a:pathLst>
            </a:custGeom>
            <a:solidFill>
              <a:srgbClr val="24386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522517" cy="12597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76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14346525" y="3543174"/>
            <a:ext cx="15667054" cy="7316479"/>
            <a:chOff x="0" y="0"/>
            <a:chExt cx="3223674" cy="150544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223674" cy="1505448"/>
            </a:xfrm>
            <a:custGeom>
              <a:avLst/>
              <a:gdLst/>
              <a:ahLst/>
              <a:cxnLst/>
              <a:rect r="r" b="b" t="t" l="l"/>
              <a:pathLst>
                <a:path h="1505448" w="3223674">
                  <a:moveTo>
                    <a:pt x="9651" y="0"/>
                  </a:moveTo>
                  <a:lnTo>
                    <a:pt x="3214022" y="0"/>
                  </a:lnTo>
                  <a:cubicBezTo>
                    <a:pt x="3216582" y="0"/>
                    <a:pt x="3219037" y="1017"/>
                    <a:pt x="3220847" y="2827"/>
                  </a:cubicBezTo>
                  <a:cubicBezTo>
                    <a:pt x="3222657" y="4637"/>
                    <a:pt x="3223674" y="7092"/>
                    <a:pt x="3223674" y="9651"/>
                  </a:cubicBezTo>
                  <a:lnTo>
                    <a:pt x="3223674" y="1495797"/>
                  </a:lnTo>
                  <a:cubicBezTo>
                    <a:pt x="3223674" y="1498357"/>
                    <a:pt x="3222657" y="1500811"/>
                    <a:pt x="3220847" y="1502621"/>
                  </a:cubicBezTo>
                  <a:cubicBezTo>
                    <a:pt x="3219037" y="1504432"/>
                    <a:pt x="3216582" y="1505448"/>
                    <a:pt x="3214022" y="1505448"/>
                  </a:cubicBezTo>
                  <a:lnTo>
                    <a:pt x="9651" y="1505448"/>
                  </a:lnTo>
                  <a:cubicBezTo>
                    <a:pt x="4321" y="1505448"/>
                    <a:pt x="0" y="1501127"/>
                    <a:pt x="0" y="1495797"/>
                  </a:cubicBezTo>
                  <a:lnTo>
                    <a:pt x="0" y="9651"/>
                  </a:lnTo>
                  <a:cubicBezTo>
                    <a:pt x="0" y="7092"/>
                    <a:pt x="1017" y="4637"/>
                    <a:pt x="2827" y="2827"/>
                  </a:cubicBezTo>
                  <a:cubicBezTo>
                    <a:pt x="4637" y="1017"/>
                    <a:pt x="7092" y="0"/>
                    <a:pt x="9651" y="0"/>
                  </a:cubicBezTo>
                  <a:close/>
                </a:path>
              </a:pathLst>
            </a:custGeom>
            <a:solidFill>
              <a:srgbClr val="243867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223674" cy="15435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76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535525" y="-867922"/>
            <a:ext cx="2168805" cy="7260618"/>
            <a:chOff x="0" y="0"/>
            <a:chExt cx="446256" cy="149395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46256" cy="1493954"/>
            </a:xfrm>
            <a:custGeom>
              <a:avLst/>
              <a:gdLst/>
              <a:ahLst/>
              <a:cxnLst/>
              <a:rect r="r" b="b" t="t" l="l"/>
              <a:pathLst>
                <a:path h="1493954" w="446256">
                  <a:moveTo>
                    <a:pt x="69720" y="0"/>
                  </a:moveTo>
                  <a:lnTo>
                    <a:pt x="376536" y="0"/>
                  </a:lnTo>
                  <a:cubicBezTo>
                    <a:pt x="395027" y="0"/>
                    <a:pt x="412761" y="7345"/>
                    <a:pt x="425836" y="20421"/>
                  </a:cubicBezTo>
                  <a:cubicBezTo>
                    <a:pt x="438911" y="33496"/>
                    <a:pt x="446256" y="51229"/>
                    <a:pt x="446256" y="69720"/>
                  </a:cubicBezTo>
                  <a:lnTo>
                    <a:pt x="446256" y="1424234"/>
                  </a:lnTo>
                  <a:cubicBezTo>
                    <a:pt x="446256" y="1442725"/>
                    <a:pt x="438911" y="1460459"/>
                    <a:pt x="425836" y="1473534"/>
                  </a:cubicBezTo>
                  <a:cubicBezTo>
                    <a:pt x="412761" y="1486609"/>
                    <a:pt x="395027" y="1493954"/>
                    <a:pt x="376536" y="1493954"/>
                  </a:cubicBezTo>
                  <a:lnTo>
                    <a:pt x="69720" y="1493954"/>
                  </a:lnTo>
                  <a:cubicBezTo>
                    <a:pt x="51229" y="1493954"/>
                    <a:pt x="33496" y="1486609"/>
                    <a:pt x="20421" y="1473534"/>
                  </a:cubicBezTo>
                  <a:cubicBezTo>
                    <a:pt x="7345" y="1460459"/>
                    <a:pt x="0" y="1442725"/>
                    <a:pt x="0" y="1424234"/>
                  </a:cubicBezTo>
                  <a:lnTo>
                    <a:pt x="0" y="69720"/>
                  </a:lnTo>
                  <a:cubicBezTo>
                    <a:pt x="0" y="51229"/>
                    <a:pt x="7345" y="33496"/>
                    <a:pt x="20421" y="20421"/>
                  </a:cubicBezTo>
                  <a:cubicBezTo>
                    <a:pt x="33496" y="7345"/>
                    <a:pt x="51229" y="0"/>
                    <a:pt x="69720" y="0"/>
                  </a:cubicBezTo>
                  <a:close/>
                </a:path>
              </a:pathLst>
            </a:custGeom>
            <a:solidFill>
              <a:srgbClr val="243867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46256" cy="15320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76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479964" y="-1025510"/>
            <a:ext cx="15002279" cy="1501760"/>
            <a:chOff x="0" y="0"/>
            <a:chExt cx="3086889" cy="30900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086889" cy="309004"/>
            </a:xfrm>
            <a:custGeom>
              <a:avLst/>
              <a:gdLst/>
              <a:ahLst/>
              <a:cxnLst/>
              <a:rect r="r" b="b" t="t" l="l"/>
              <a:pathLst>
                <a:path h="309004" w="3086889">
                  <a:moveTo>
                    <a:pt x="10079" y="0"/>
                  </a:moveTo>
                  <a:lnTo>
                    <a:pt x="3076810" y="0"/>
                  </a:lnTo>
                  <a:cubicBezTo>
                    <a:pt x="3082376" y="0"/>
                    <a:pt x="3086889" y="4513"/>
                    <a:pt x="3086889" y="10079"/>
                  </a:cubicBezTo>
                  <a:lnTo>
                    <a:pt x="3086889" y="298925"/>
                  </a:lnTo>
                  <a:cubicBezTo>
                    <a:pt x="3086889" y="304492"/>
                    <a:pt x="3082376" y="309004"/>
                    <a:pt x="3076810" y="309004"/>
                  </a:cubicBezTo>
                  <a:lnTo>
                    <a:pt x="10079" y="309004"/>
                  </a:lnTo>
                  <a:cubicBezTo>
                    <a:pt x="4513" y="309004"/>
                    <a:pt x="0" y="304492"/>
                    <a:pt x="0" y="298925"/>
                  </a:cubicBezTo>
                  <a:lnTo>
                    <a:pt x="0" y="10079"/>
                  </a:lnTo>
                  <a:cubicBezTo>
                    <a:pt x="0" y="4513"/>
                    <a:pt x="4513" y="0"/>
                    <a:pt x="10079" y="0"/>
                  </a:cubicBezTo>
                  <a:close/>
                </a:path>
              </a:pathLst>
            </a:custGeom>
            <a:solidFill>
              <a:srgbClr val="243867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3086889" cy="3471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76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202694" y="0"/>
            <a:ext cx="1652011" cy="1634120"/>
          </a:xfrm>
          <a:custGeom>
            <a:avLst/>
            <a:gdLst/>
            <a:ahLst/>
            <a:cxnLst/>
            <a:rect r="r" b="b" t="t" l="l"/>
            <a:pathLst>
              <a:path h="1634120" w="1652011">
                <a:moveTo>
                  <a:pt x="0" y="0"/>
                </a:moveTo>
                <a:lnTo>
                  <a:pt x="1652012" y="0"/>
                </a:lnTo>
                <a:lnTo>
                  <a:pt x="1652012" y="1634120"/>
                </a:lnTo>
                <a:lnTo>
                  <a:pt x="0" y="16341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3551766" y="3330783"/>
            <a:ext cx="11226678" cy="6123825"/>
          </a:xfrm>
          <a:custGeom>
            <a:avLst/>
            <a:gdLst/>
            <a:ahLst/>
            <a:cxnLst/>
            <a:rect r="r" b="b" t="t" l="l"/>
            <a:pathLst>
              <a:path h="6123825" w="11226678">
                <a:moveTo>
                  <a:pt x="0" y="0"/>
                </a:moveTo>
                <a:lnTo>
                  <a:pt x="11226678" y="0"/>
                </a:lnTo>
                <a:lnTo>
                  <a:pt x="11226678" y="6123826"/>
                </a:lnTo>
                <a:lnTo>
                  <a:pt x="0" y="61238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8057" r="0" b="-4084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4505358" y="476250"/>
            <a:ext cx="8951492" cy="2484039"/>
          </a:xfrm>
          <a:custGeom>
            <a:avLst/>
            <a:gdLst/>
            <a:ahLst/>
            <a:cxnLst/>
            <a:rect r="r" b="b" t="t" l="l"/>
            <a:pathLst>
              <a:path h="2484039" w="8951492">
                <a:moveTo>
                  <a:pt x="0" y="0"/>
                </a:moveTo>
                <a:lnTo>
                  <a:pt x="8951492" y="0"/>
                </a:lnTo>
                <a:lnTo>
                  <a:pt x="8951492" y="2484039"/>
                </a:lnTo>
                <a:lnTo>
                  <a:pt x="0" y="24840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DAHJibIk4HE</dc:identifier>
  <dcterms:modified xsi:type="dcterms:W3CDTF">2011-08-01T06:04:30Z</dcterms:modified>
  <cp:revision>1</cp:revision>
  <dc:title>From Crisis to Credibility: IPL-Vivo Trust Rebuild</dc:title>
</cp:coreProperties>
</file>