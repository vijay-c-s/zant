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24"/>
  </p:notesMasterIdLst>
  <p:handoutMasterIdLst>
    <p:handoutMasterId r:id="rId25"/>
  </p:handoutMasterIdLst>
  <p:sldIdLst>
    <p:sldId id="572" r:id="rId13"/>
    <p:sldId id="577" r:id="rId14"/>
    <p:sldId id="579" r:id="rId15"/>
    <p:sldId id="603" r:id="rId16"/>
    <p:sldId id="608" r:id="rId17"/>
    <p:sldId id="604" r:id="rId18"/>
    <p:sldId id="605" r:id="rId19"/>
    <p:sldId id="606" r:id="rId20"/>
    <p:sldId id="607" r:id="rId21"/>
    <p:sldId id="609" r:id="rId22"/>
    <p:sldId id="602" r:id="rId23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A5A5A5"/>
    <a:srgbClr val="F9950F"/>
    <a:srgbClr val="E7E6E6"/>
    <a:srgbClr val="48367D"/>
    <a:srgbClr val="4C5252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CC79F-C43F-0168-7E6F-D4B1B7A43480}" v="113" dt="2026-04-22T09:20:22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391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22/04/2026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22/04/2026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023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24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33335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23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32570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4828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86059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8553" y="3124201"/>
            <a:ext cx="9380847" cy="990600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INTERNSHIP-PHASE 1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065211" y="4521282"/>
            <a:ext cx="8935628" cy="407987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Student Name: </a:t>
            </a:r>
            <a:r>
              <a:rPr lang="en-US" dirty="0" err="1">
                <a:latin typeface="Times New Roman"/>
                <a:cs typeface="Times New Roman"/>
              </a:rPr>
              <a:t>Indhushree</a:t>
            </a:r>
            <a:r>
              <a:rPr lang="en-US" dirty="0">
                <a:latin typeface="Times New Roman"/>
                <a:cs typeface="Times New Roman"/>
              </a:rPr>
              <a:t> MS</a:t>
            </a:r>
          </a:p>
          <a:p>
            <a:r>
              <a:rPr lang="en-US" dirty="0">
                <a:latin typeface="Times New Roman"/>
                <a:cs typeface="Times New Roman"/>
              </a:rPr>
              <a:t>SRN:R22EF083</a:t>
            </a:r>
          </a:p>
          <a:p>
            <a:r>
              <a:rPr lang="en-US" dirty="0">
                <a:latin typeface="Times New Roman"/>
                <a:cs typeface="Times New Roman"/>
              </a:rPr>
              <a:t>Section: B</a:t>
            </a:r>
          </a:p>
          <a:p>
            <a:r>
              <a:rPr lang="en-US" dirty="0">
                <a:latin typeface="Times New Roman"/>
                <a:cs typeface="Times New Roman"/>
              </a:rPr>
              <a:t>School of Computer Science and Engineering</a:t>
            </a:r>
          </a:p>
        </p:txBody>
      </p:sp>
      <p:pic>
        <p:nvPicPr>
          <p:cNvPr id="2" name="Picture 1" descr="IMG_256">
            <a:extLst>
              <a:ext uri="{FF2B5EF4-FFF2-40B4-BE49-F238E27FC236}">
                <a16:creationId xmlns:a16="http://schemas.microsoft.com/office/drawing/2014/main" id="{570BCF7A-119A-B1A9-257D-A62C3E131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81000"/>
            <a:ext cx="671195" cy="6711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" descr="IMG_256">
            <a:extLst>
              <a:ext uri="{FF2B5EF4-FFF2-40B4-BE49-F238E27FC236}">
                <a16:creationId xmlns:a16="http://schemas.microsoft.com/office/drawing/2014/main" id="{C837AA93-060F-283C-A9AE-7CA1C7F53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174" y="338455"/>
            <a:ext cx="713740" cy="713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2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cap="none" dirty="0">
                <a:solidFill>
                  <a:srgbClr val="FF6600"/>
                </a:solidFill>
                <a:latin typeface="Times New Roman"/>
                <a:cs typeface="Times New Roman"/>
              </a:rPr>
              <a:t>COMPANY NAME : 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127" y="1776008"/>
            <a:ext cx="1067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INDUSTRIAL GUIDE: </a:t>
            </a:r>
          </a:p>
          <a:p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8315" y="3239955"/>
            <a:ext cx="106717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</a:rPr>
              <a:t>DETAILS OF  INTERNAL GUIDE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5400" y="1443258"/>
            <a:ext cx="8372400" cy="4319360"/>
          </a:xfrm>
        </p:spPr>
        <p:txBody>
          <a:bodyPr lIns="91440" tIns="45720" rIns="91440" bIns="45720" anchor="t"/>
          <a:lstStyle/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Introduction</a:t>
            </a:r>
            <a:endParaRPr lang="en-US"/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Objective of Industrial Training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Company Profile</a:t>
            </a:r>
          </a:p>
          <a:p>
            <a:pPr lvl="0"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Description of the Project/Work</a:t>
            </a:r>
          </a:p>
          <a:p>
            <a:pPr lvl="0"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Technology Implementation (Hardware &amp; Software)</a:t>
            </a:r>
          </a:p>
          <a:p>
            <a:pPr lvl="0"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Roles and Responsibilities</a:t>
            </a:r>
          </a:p>
          <a:p>
            <a:pPr lvl="0"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Conclusion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  <a:latin typeface="Times New Roman"/>
                <a:cs typeface="Times New Roman"/>
              </a:rPr>
              <a:t>Contents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3</a:t>
            </a:fld>
            <a:endParaRPr lang="en-NZ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  <a:latin typeface="Times New Roman"/>
                <a:cs typeface="Times New Roman"/>
              </a:rPr>
              <a:t>Introduction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4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524000"/>
            <a:ext cx="10700187" cy="4569297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Industrial training is an integral part of academic learning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Roboto Medium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It provides practical exposure to real-world work environments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Helps in understanding industry standards and professional practices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This internship focused on data handling and application development using Python and SQL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9563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95786"/>
            <a:ext cx="10277400" cy="8382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  <a:latin typeface="Times New Roman"/>
                <a:cs typeface="Times New Roman"/>
              </a:rPr>
              <a:t>Objective of Industrial Training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5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447800"/>
            <a:ext cx="10663316" cy="4319360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To gain hands-on experience with real-time projects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To apply theoretical knowledge in practical scenarios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To learn programming and database management using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Python and SQL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To understand software development lifecycle and teamwork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To improve problem-solving and analytical skills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61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95786"/>
            <a:ext cx="11017443" cy="838202"/>
          </a:xfrm>
        </p:spPr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  <a:latin typeface="Times New Roman"/>
                <a:cs typeface="Times New Roman"/>
              </a:rPr>
              <a:t>Company Profile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367146" y="6096000"/>
            <a:ext cx="1050995" cy="365125"/>
          </a:xfrm>
        </p:spPr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6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110" y="1526457"/>
            <a:ext cx="10690354" cy="4245619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The company specializes in software development and IT solutions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Provides services such as application development, data management, and automation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Focuses on modern technologies like Python, SQL, and database-driven systems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Maintains a professional work culture and structured project environment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411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04800"/>
            <a:ext cx="9439200" cy="929188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 dirty="0">
                <a:solidFill>
                  <a:srgbClr val="FF6600"/>
                </a:solidFill>
                <a:latin typeface="Times New Roman"/>
                <a:cs typeface="Times New Roman"/>
              </a:rPr>
              <a:t>Description of the Project/Work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7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371600"/>
            <a:ext cx="8372400" cy="4090760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Currently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undergoing internship training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Focused on learning Python and SQL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Completed structured Udemy training modules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Practiced coding exercises and examples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Worked on basic database and Python programs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Preparing for future real-time project assignments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860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5245" y="469491"/>
            <a:ext cx="11344199" cy="887363"/>
          </a:xfrm>
        </p:spPr>
        <p:txBody>
          <a:bodyPr lIns="91440" tIns="45720" rIns="91440" bIns="4572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>
                <a:solidFill>
                  <a:srgbClr val="FF6600"/>
                </a:solidFill>
                <a:latin typeface="Times New Roman"/>
                <a:ea typeface="Roboto Medium"/>
                <a:cs typeface="Times New Roman"/>
              </a:rPr>
              <a:t>Technology Implementation (Hardware &amp; Software)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8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9143" y="1511711"/>
            <a:ext cx="5813553" cy="4267200"/>
          </a:xfrm>
        </p:spPr>
        <p:txBody>
          <a:bodyPr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Hardware Used</a:t>
            </a:r>
            <a:endParaRPr lang="en-US"/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Personal Computer / Laptop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Minimum 8 GB RAM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Intel i5 / equivalent processor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874E7-997C-572C-DBC3-D3A5776877E6}"/>
              </a:ext>
            </a:extLst>
          </p:cNvPr>
          <p:cNvSpPr txBox="1"/>
          <p:nvPr/>
        </p:nvSpPr>
        <p:spPr>
          <a:xfrm>
            <a:off x="6578355" y="1511134"/>
            <a:ext cx="5085628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Software Used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Aft>
                <a:spcPts val="1400"/>
              </a:spcAft>
              <a:buFont typeface="Arial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Programming Language: Python</a:t>
            </a:r>
          </a:p>
          <a:p>
            <a:pPr marL="285750" indent="-285750">
              <a:lnSpc>
                <a:spcPct val="150000"/>
              </a:lnSpc>
              <a:spcAft>
                <a:spcPts val="1400"/>
              </a:spcAft>
              <a:buFont typeface="Arial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Database: MySQL / SQLite</a:t>
            </a:r>
          </a:p>
          <a:p>
            <a:pPr marL="285750" indent="-285750">
              <a:lnSpc>
                <a:spcPct val="150000"/>
              </a:lnSpc>
              <a:spcAft>
                <a:spcPts val="1400"/>
              </a:spcAft>
              <a:buFont typeface="Arial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IDE: VS Code / PyCharm</a:t>
            </a:r>
          </a:p>
          <a:p>
            <a:pPr marL="285750" indent="-285750">
              <a:lnSpc>
                <a:spcPct val="150000"/>
              </a:lnSpc>
              <a:spcAft>
                <a:spcPts val="1400"/>
              </a:spcAft>
              <a:buFont typeface="Arial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Database Tools: MySQL Workbench</a:t>
            </a:r>
          </a:p>
          <a:p>
            <a:pPr marL="285750" indent="-285750">
              <a:lnSpc>
                <a:spcPct val="150000"/>
              </a:lnSpc>
              <a:spcAft>
                <a:spcPts val="1400"/>
              </a:spcAft>
              <a:buFont typeface="Arial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Operating System: Windows / Linux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74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95786"/>
            <a:ext cx="9439200" cy="838202"/>
          </a:xfrm>
        </p:spPr>
        <p:txBody>
          <a:bodyPr lIns="91440" tIns="45720" rIns="91440" bIns="4572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>
                <a:solidFill>
                  <a:srgbClr val="FF6600"/>
                </a:solidFill>
                <a:latin typeface="Times New Roman"/>
                <a:ea typeface="Roboto Medium"/>
                <a:cs typeface="Times New Roman"/>
              </a:rPr>
              <a:t>Roles and Responsibilities</a:t>
            </a:r>
            <a:endParaRPr lang="en-US" sz="4000" cap="none">
              <a:latin typeface="Times New Roman"/>
              <a:ea typeface="Roboto Medium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>
                <a:latin typeface="Times New Roman"/>
                <a:cs typeface="Times New Roman"/>
              </a:rPr>
              <a:pPr/>
              <a:t>9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0755" y="1434504"/>
            <a:ext cx="9094632" cy="4319360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Attended internship training sessions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Completed Udemy courses on Python and SQL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Learned Python basics (variables, loops, functions)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Learned SQL queries and database fundamentals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Practiced hands-on exercises and assignments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Participated in mentoring and guidance sessions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Followed coding standards and best practices</a:t>
            </a:r>
          </a:p>
          <a:p>
            <a:pPr>
              <a:lnSpc>
                <a:spcPct val="10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233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5400" y="371205"/>
            <a:ext cx="9439200" cy="838202"/>
          </a:xfrm>
        </p:spPr>
        <p:txBody>
          <a:bodyPr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000" cap="none">
                <a:solidFill>
                  <a:srgbClr val="FF6600"/>
                </a:solidFill>
                <a:latin typeface="Times New Roman"/>
                <a:ea typeface="Roboto Medium"/>
                <a:cs typeface="Times New Roman"/>
              </a:rPr>
              <a:t>Conclusion</a:t>
            </a:r>
            <a:endParaRPr lang="en-US" sz="4000" cap="none">
              <a:latin typeface="Times New Roman"/>
              <a:ea typeface="Roboto Medium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 lIns="91440" tIns="45720" rIns="91440" bIns="45720" anchor="ctr"/>
          <a:lstStyle/>
          <a:p>
            <a:pPr>
              <a:lnSpc>
                <a:spcPct val="150000"/>
              </a:lnSpc>
            </a:pPr>
            <a:fld id="{45A3C14A-F937-4231-B6F1-40B429FAFB2F}" type="slidenum">
              <a:rPr lang="en-NZ" smtClean="0">
                <a:latin typeface="Times New Roman"/>
                <a:cs typeface="Times New Roman"/>
              </a:rPr>
              <a:pPr>
                <a:lnSpc>
                  <a:spcPct val="150000"/>
                </a:lnSpc>
              </a:pPr>
              <a:t>10</a:t>
            </a:fld>
            <a:endParaRPr lang="en-NZ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13D1-47AE-DA6B-2613-F039EEA4F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460090"/>
            <a:ext cx="10818174" cy="4319360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The industrial training is a valuable learning experience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Roboto Medium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Gaining practical knowledge of Python and SQL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Improved technical and professional skills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Learning how real-world projects are planned and executed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Roboto Medium"/>
                <a:cs typeface="Times New Roman"/>
              </a:rPr>
              <a:t>This internship enhances confidence and prepares me for future career opportunities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833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Powerpoint Template - NEW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EBDFED05-017B-4836-B0DB-AE3C52F537F7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F0A92FE3-D7C5-4C54-A449-399ABA4DE160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666DB7F9-18A3-46D1-8B74-7997BF6E6E1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CA91B449-65BD-4337-8C8B-EDD4DF4FB145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756B89AD-C4AD-4933-8C3F-5C0ACD786FCF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81131F54-1D35-4A70-8D49-32796AEE1634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CB33B207-9E41-4103-934B-507A6334F25D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1841CBEA-4B67-42D5-9327-9677E36191A1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9A8F878D-D9DE-4D31-BC23-1B7BE9984A7B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916671-0E7D-4594-8037-60C70BF44351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TEMPLATE_PPTs</Template>
  <TotalTime>48</TotalTime>
  <Words>369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REVA Powerpoint Template - NEW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INTERNSHIP-PHASE 1 REVIEW</vt:lpstr>
      <vt:lpstr>COMPANY NAME : </vt:lpstr>
      <vt:lpstr>Contents</vt:lpstr>
      <vt:lpstr>Introduction</vt:lpstr>
      <vt:lpstr>Objective of Industrial Training</vt:lpstr>
      <vt:lpstr>Company Profile</vt:lpstr>
      <vt:lpstr>Description of the Project/Work</vt:lpstr>
      <vt:lpstr>Technology Implementation (Hardware &amp; Software)</vt:lpstr>
      <vt:lpstr>Roles and Responsibilities</vt:lpstr>
      <vt:lpstr>Conclusion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 - Synopsis (Phase 1 Review 1)</dc:title>
  <dc:creator>REVA00218</dc:creator>
  <cp:lastModifiedBy>Shashank, T J (Contractor)</cp:lastModifiedBy>
  <cp:revision>75</cp:revision>
  <cp:lastPrinted>2018-09-28T07:11:06Z</cp:lastPrinted>
  <dcterms:created xsi:type="dcterms:W3CDTF">2022-06-10T03:29:01Z</dcterms:created>
  <dcterms:modified xsi:type="dcterms:W3CDTF">2026-04-22T12:11:59Z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