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  <p:sldMasterId id="2147483953" r:id="rId5"/>
    <p:sldMasterId id="2147483954" r:id="rId6"/>
    <p:sldMasterId id="2147483961" r:id="rId7"/>
    <p:sldMasterId id="2147483963" r:id="rId8"/>
    <p:sldMasterId id="2147483956" r:id="rId9"/>
    <p:sldMasterId id="2147483958" r:id="rId10"/>
    <p:sldMasterId id="2147483955" r:id="rId11"/>
    <p:sldMasterId id="2147483973" r:id="rId12"/>
  </p:sldMasterIdLst>
  <p:notesMasterIdLst>
    <p:notesMasterId r:id="rId24"/>
  </p:notesMasterIdLst>
  <p:handoutMasterIdLst>
    <p:handoutMasterId r:id="rId25"/>
  </p:handoutMasterIdLst>
  <p:sldIdLst>
    <p:sldId id="572" r:id="rId13"/>
    <p:sldId id="577" r:id="rId14"/>
    <p:sldId id="579" r:id="rId15"/>
    <p:sldId id="603" r:id="rId16"/>
    <p:sldId id="608" r:id="rId17"/>
    <p:sldId id="604" r:id="rId18"/>
    <p:sldId id="605" r:id="rId19"/>
    <p:sldId id="606" r:id="rId20"/>
    <p:sldId id="607" r:id="rId21"/>
    <p:sldId id="609" r:id="rId22"/>
    <p:sldId id="602" r:id="rId23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iko Takemi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A5A5A5"/>
    <a:srgbClr val="F9950F"/>
    <a:srgbClr val="E7E6E6"/>
    <a:srgbClr val="48367D"/>
    <a:srgbClr val="4C5252"/>
    <a:srgbClr val="EFCAAF"/>
    <a:srgbClr val="958FBC"/>
    <a:srgbClr val="EBE4A7"/>
    <a:srgbClr val="C9D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6391"/>
  </p:normalViewPr>
  <p:slideViewPr>
    <p:cSldViewPr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  <p:guide orient="horz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4068" y="-114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/>
            </a:lvl1pPr>
          </a:lstStyle>
          <a:p>
            <a:fld id="{85D701EE-1FBA-4307-A5A0-FAD659DC6E39}" type="datetimeFigureOut">
              <a:rPr lang="en-NZ" smtClean="0"/>
              <a:pPr/>
              <a:t>22/04/2026</a:t>
            </a:fld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/>
            </a:lvl1pPr>
          </a:lstStyle>
          <a:p>
            <a:fld id="{97D3D0BD-DB2D-4CFB-B804-653564142846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095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 b="0" i="0">
                <a:latin typeface="+mn-lt"/>
              </a:defRPr>
            </a:lvl1pPr>
          </a:lstStyle>
          <a:p>
            <a:fld id="{72A1673E-E3F0-41EB-8C5F-8EC9A5FDE63C}" type="datetimeFigureOut">
              <a:rPr lang="en-NZ" smtClean="0"/>
              <a:pPr/>
              <a:t>22/04/2026</a:t>
            </a:fld>
            <a:endParaRPr lang="en-N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42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4" tIns="45737" rIns="91474" bIns="45737" rtlCol="0" anchor="ctr"/>
          <a:lstStyle/>
          <a:p>
            <a:endParaRPr lang="en-N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1" y="4783309"/>
            <a:ext cx="5445760" cy="3913614"/>
          </a:xfrm>
          <a:prstGeom prst="rect">
            <a:avLst/>
          </a:prstGeom>
        </p:spPr>
        <p:txBody>
          <a:bodyPr vert="horz" lIns="91474" tIns="45737" rIns="91474" bIns="457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F4089372-A661-494F-90C4-94E25994D307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386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304800"/>
            <a:ext cx="2601503" cy="1082742"/>
            <a:chOff x="10616154" y="97913"/>
            <a:chExt cx="3619726" cy="1349912"/>
          </a:xfrm>
        </p:grpSpPr>
        <p:pic>
          <p:nvPicPr>
            <p:cNvPr id="22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289665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6D411-367F-DE44-B86F-24693F081E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4580247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pic>
        <p:nvPicPr>
          <p:cNvPr id="16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" y="1857550"/>
            <a:ext cx="3581400" cy="997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355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02052CF-F9E7-714A-BDAE-9BE0ECB4D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0233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0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59C6D-4317-AA46-BAB3-6CD813F0D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5464016-775B-B140-8812-D9666C711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680B5D-7167-924C-AF0A-D048ACEDB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8854B0-9314-934B-A796-5B8219D0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224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1BD9FBF-4057-CE4A-95FF-A7E4437BE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F61B18F-41E7-EB43-A1A5-986763A09C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932FE3-F1D5-2245-8974-1F3F9EDF2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134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ownloads\ilovepdf_pages-to-jpg (4)\RU_PPT Template-Grey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1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1591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4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 r="73063"/>
          <a:stretch>
            <a:fillRect/>
          </a:stretch>
        </p:blipFill>
        <p:spPr bwMode="auto">
          <a:xfrm>
            <a:off x="-54605" y="-381001"/>
            <a:ext cx="955557" cy="1711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1359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77724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DAC6C2B-8407-D64F-820D-E7CF746EE1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Nobel-Book" panose="0200050304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5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3274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3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6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33335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Black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37723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Whit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32570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 Flow slide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05C5C-DB09-9B48-BE37-71390178EE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8FBA3758-16A0-D14A-BD36-337B1D31271F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4720C1A-BDFE-E146-B6ED-4700DEA3F3E3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3B464B9-0F71-424C-BC88-02B2AA03265F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76484-E90C-F04E-B131-5D61FED1F3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4D7AD1-383D-8841-8460-9BA6874F35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95E0D3F-8EC7-5649-B14D-1D587E65E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7869EA-8258-0C41-A3E5-4FCD4D1F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6121E29-064A-1641-86F9-CFB9DAF65A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0018615F-C088-3949-9CA2-1FDCB1416F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04828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Workflow slide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5A79C9B3-40EA-6841-962A-BB4931099614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5D17357-6BFE-1941-B56A-C8F51F73177D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80B83C1-8261-F644-8639-88185FC10CFE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F6605B9-0F65-4D4B-9FFA-E92299353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9737036-FF00-C544-808C-D5A2177D41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1CC5985-5A7F-6441-BC10-7E669F1E8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AB7B642-A681-B34E-977A-6F85EA6BC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2827E12-373D-8B4F-AD69-9F7C005ED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FCBB0C0-51D7-0448-A90C-8B8B74462D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E1F1297-EA50-094F-9E80-E44D36C54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86059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14339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 cstate="print"/>
          <a:srcRect l="6250" t="83342" b="3324"/>
          <a:stretch>
            <a:fillRect/>
          </a:stretch>
        </p:blipFill>
        <p:spPr bwMode="auto">
          <a:xfrm>
            <a:off x="2173941" y="5983224"/>
            <a:ext cx="9982200" cy="7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3017837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6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 t="69444" b="16667"/>
          <a:stretch>
            <a:fillRect/>
          </a:stretch>
        </p:blipFill>
        <p:spPr bwMode="auto">
          <a:xfrm>
            <a:off x="228600" y="1752600"/>
            <a:ext cx="54864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\Downloads\FAI_7881_HDR_edit.jpg"/>
          <p:cNvPicPr>
            <a:picLocks noChangeAspect="1" noChangeArrowheads="1"/>
          </p:cNvPicPr>
          <p:nvPr userDrawn="1"/>
        </p:nvPicPr>
        <p:blipFill>
          <a:blip r:embed="rId2" cstate="print"/>
          <a:srcRect r="872" b="11451"/>
          <a:stretch>
            <a:fillRect/>
          </a:stretch>
        </p:blipFill>
        <p:spPr bwMode="auto">
          <a:xfrm>
            <a:off x="-16567" y="-16565"/>
            <a:ext cx="12246810" cy="6896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 userDrawn="1"/>
        </p:nvSpPr>
        <p:spPr>
          <a:xfrm>
            <a:off x="-26276" y="-26276"/>
            <a:ext cx="12218276" cy="6884276"/>
          </a:xfrm>
          <a:prstGeom prst="rect">
            <a:avLst/>
          </a:prstGeom>
          <a:solidFill>
            <a:schemeClr val="dk1">
              <a:alpha val="59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8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890001" y="0"/>
            <a:ext cx="3064565" cy="1478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0069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6" r:id="rId2"/>
    <p:sldLayoutId id="2147484009" r:id="rId3"/>
    <p:sldLayoutId id="2147483883" r:id="rId4"/>
    <p:sldLayoutId id="214748397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3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41" r:id="rId2"/>
    <p:sldLayoutId id="2147483943" r:id="rId3"/>
    <p:sldLayoutId id="214748394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68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99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98" r:id="rId3"/>
    <p:sldLayoutId id="214748399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7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4002" r:id="rId3"/>
    <p:sldLayoutId id="214748400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6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0" r:id="rId2"/>
    <p:sldLayoutId id="2147483891" r:id="rId3"/>
    <p:sldLayoutId id="214748400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02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4001" r:id="rId2"/>
    <p:sldLayoutId id="2147483916" r:id="rId3"/>
    <p:sldLayoutId id="2147484004" r:id="rId4"/>
    <p:sldLayoutId id="2147483879" r:id="rId5"/>
    <p:sldLayoutId id="214748400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11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4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6" r:id="rId3"/>
    <p:sldLayoutId id="214748399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8553" y="3124201"/>
            <a:ext cx="9380847" cy="990600"/>
          </a:xfrm>
        </p:spPr>
        <p:txBody>
          <a:bodyPr/>
          <a:lstStyle/>
          <a:p>
            <a:r>
              <a:rPr lang="en-US" dirty="0"/>
              <a:t>INTERNSHIP-PHASE 1 REVIEW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065211" y="4521282"/>
            <a:ext cx="8935628" cy="407987"/>
          </a:xfrm>
        </p:spPr>
        <p:txBody>
          <a:bodyPr/>
          <a:lstStyle/>
          <a:p>
            <a:r>
              <a:rPr lang="en-US" dirty="0"/>
              <a:t>Student Name: </a:t>
            </a:r>
            <a:r>
              <a:rPr lang="en-US" dirty="0" err="1"/>
              <a:t>Indhushree</a:t>
            </a:r>
            <a:r>
              <a:rPr lang="en-US" dirty="0"/>
              <a:t> MS</a:t>
            </a:r>
          </a:p>
          <a:p>
            <a:r>
              <a:rPr lang="en-US" dirty="0"/>
              <a:t>SRN:R22EF083</a:t>
            </a:r>
          </a:p>
          <a:p>
            <a:r>
              <a:rPr lang="en-US" dirty="0"/>
              <a:t>Section: B</a:t>
            </a:r>
          </a:p>
          <a:p>
            <a:r>
              <a:rPr lang="en-US" dirty="0"/>
              <a:t>School of Computer Science and Engineering</a:t>
            </a:r>
          </a:p>
        </p:txBody>
      </p:sp>
      <p:pic>
        <p:nvPicPr>
          <p:cNvPr id="2" name="Picture 1" descr="IMG_256">
            <a:extLst>
              <a:ext uri="{FF2B5EF4-FFF2-40B4-BE49-F238E27FC236}">
                <a16:creationId xmlns:a16="http://schemas.microsoft.com/office/drawing/2014/main" id="{570BCF7A-119A-B1A9-257D-A62C3E131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381000"/>
            <a:ext cx="671195" cy="6711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2" descr="IMG_256">
            <a:extLst>
              <a:ext uri="{FF2B5EF4-FFF2-40B4-BE49-F238E27FC236}">
                <a16:creationId xmlns:a16="http://schemas.microsoft.com/office/drawing/2014/main" id="{C837AA93-060F-283C-A9AE-7CA1C7F53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174" y="338455"/>
            <a:ext cx="713740" cy="7137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2</a:t>
            </a:fld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cap="none" dirty="0">
                <a:solidFill>
                  <a:srgbClr val="FF6600"/>
                </a:solidFill>
              </a:rPr>
              <a:t>COMPANY NAME : 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760127" y="1776008"/>
            <a:ext cx="106717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INDUSTRIAL GUIDE: </a:t>
            </a:r>
          </a:p>
          <a:p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8315" y="3239955"/>
            <a:ext cx="106717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</a:rPr>
              <a:t>DETAILS OF  INTERNAL GUIDE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8372400" cy="431936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Introduction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Objective of Industrial Training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Company Profile</a:t>
            </a:r>
          </a:p>
          <a:p>
            <a:pPr lv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Description of the Project/Work</a:t>
            </a:r>
          </a:p>
          <a:p>
            <a:pPr lv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Technology Implementation (Hardware &amp; Software)</a:t>
            </a:r>
          </a:p>
          <a:p>
            <a:pPr lv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Roles and Responsibilities</a:t>
            </a:r>
          </a:p>
          <a:p>
            <a:pPr lv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Conclusion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18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none" dirty="0">
                <a:solidFill>
                  <a:srgbClr val="FF6600"/>
                </a:solidFill>
              </a:rPr>
              <a:t>Contents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3</a:t>
            </a:fld>
            <a:endParaRPr lang="en-NZ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none" dirty="0">
                <a:solidFill>
                  <a:srgbClr val="FF6600"/>
                </a:solidFill>
              </a:rPr>
              <a:t>Introduction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4</a:t>
            </a:fld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524000"/>
            <a:ext cx="5476800" cy="4569297"/>
          </a:xfrm>
        </p:spPr>
        <p:txBody>
          <a:bodyPr/>
          <a:lstStyle/>
          <a:p>
            <a:r>
              <a:rPr lang="en-US" dirty="0"/>
              <a:t>Industrial training is an integral part of academic learning</a:t>
            </a:r>
          </a:p>
          <a:p>
            <a:r>
              <a:rPr lang="en-US" dirty="0"/>
              <a:t>It provides practical exposure to real-world work environments</a:t>
            </a:r>
          </a:p>
          <a:p>
            <a:r>
              <a:rPr lang="en-US" dirty="0"/>
              <a:t>Helps in understanding industry standards and professional practices</a:t>
            </a:r>
          </a:p>
          <a:p>
            <a:r>
              <a:rPr lang="en-US" dirty="0"/>
              <a:t>This internship focused on data handling and application development using </a:t>
            </a:r>
            <a:r>
              <a:rPr lang="en-US" b="1" dirty="0"/>
              <a:t>Python and SQL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563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5400" y="395786"/>
            <a:ext cx="10277400" cy="83820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 dirty="0">
                <a:solidFill>
                  <a:srgbClr val="FF6600"/>
                </a:solidFill>
              </a:rPr>
              <a:t>Objective of Industrial Training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5</a:t>
            </a:fld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447800"/>
            <a:ext cx="5857800" cy="4319360"/>
          </a:xfrm>
        </p:spPr>
        <p:txBody>
          <a:bodyPr/>
          <a:lstStyle/>
          <a:p>
            <a:r>
              <a:rPr lang="en-US" dirty="0"/>
              <a:t>To gain hands-on experience with real-time projects</a:t>
            </a:r>
          </a:p>
          <a:p>
            <a:r>
              <a:rPr lang="en-US" dirty="0"/>
              <a:t>To apply theoretical knowledge in practical scenarios</a:t>
            </a:r>
          </a:p>
          <a:p>
            <a:r>
              <a:rPr lang="en-US" dirty="0"/>
              <a:t>To learn programming and database management using </a:t>
            </a:r>
            <a:r>
              <a:rPr lang="en-US" b="1" dirty="0"/>
              <a:t>Python and SQL</a:t>
            </a:r>
            <a:endParaRPr lang="en-US" dirty="0"/>
          </a:p>
          <a:p>
            <a:r>
              <a:rPr lang="en-US" dirty="0"/>
              <a:t>To understand software development lifecycle and teamwork</a:t>
            </a:r>
          </a:p>
          <a:p>
            <a:r>
              <a:rPr lang="en-US" dirty="0"/>
              <a:t>To improve problem-solving and analytical skills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61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none" dirty="0">
                <a:solidFill>
                  <a:srgbClr val="FF6600"/>
                </a:solidFill>
              </a:rPr>
              <a:t>Company Profile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6</a:t>
            </a:fld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600200"/>
            <a:ext cx="5934000" cy="4319360"/>
          </a:xfrm>
        </p:spPr>
        <p:txBody>
          <a:bodyPr/>
          <a:lstStyle/>
          <a:p>
            <a:r>
              <a:rPr lang="en-US" dirty="0"/>
              <a:t>The company specializes in software development and IT solutions</a:t>
            </a:r>
          </a:p>
          <a:p>
            <a:r>
              <a:rPr lang="en-US" dirty="0"/>
              <a:t>Provides services such as application development, data management, and automation</a:t>
            </a:r>
          </a:p>
          <a:p>
            <a:r>
              <a:rPr lang="en-US" dirty="0"/>
              <a:t>Focuses on modern technologies like Python, SQL, and database-driven systems</a:t>
            </a:r>
          </a:p>
          <a:p>
            <a:r>
              <a:rPr lang="en-US" dirty="0"/>
              <a:t>Maintains a professional work culture and structured project environment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112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5400" y="304800"/>
            <a:ext cx="9439200" cy="929188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 dirty="0">
                <a:solidFill>
                  <a:srgbClr val="FF6600"/>
                </a:solidFill>
              </a:rPr>
              <a:t>Description of the Project/Work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7</a:t>
            </a:fld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371600"/>
            <a:ext cx="8372400" cy="4090760"/>
          </a:xfrm>
        </p:spPr>
        <p:txBody>
          <a:bodyPr/>
          <a:lstStyle/>
          <a:p>
            <a:r>
              <a:rPr lang="en-US"/>
              <a:t>Currently </a:t>
            </a:r>
            <a:r>
              <a:rPr lang="en-US" dirty="0"/>
              <a:t>undergoing internship training</a:t>
            </a:r>
          </a:p>
          <a:p>
            <a:r>
              <a:rPr lang="en-US" dirty="0"/>
              <a:t>Focused on learning </a:t>
            </a:r>
            <a:r>
              <a:rPr lang="en-US" b="1" dirty="0"/>
              <a:t>Python and SQL</a:t>
            </a:r>
            <a:endParaRPr lang="en-US" dirty="0"/>
          </a:p>
          <a:p>
            <a:r>
              <a:rPr lang="en-US" dirty="0"/>
              <a:t>Completed structured Udemy training modules</a:t>
            </a:r>
          </a:p>
          <a:p>
            <a:r>
              <a:rPr lang="en-US" dirty="0"/>
              <a:t>Practiced coding exercises and examples</a:t>
            </a:r>
          </a:p>
          <a:p>
            <a:r>
              <a:rPr lang="en-US" dirty="0"/>
              <a:t>Worked on basic database and Python programs</a:t>
            </a:r>
          </a:p>
          <a:p>
            <a:r>
              <a:rPr lang="en-US" dirty="0"/>
              <a:t>Preparing for future real-time project assignments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860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76200"/>
            <a:ext cx="9439200" cy="838202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 dirty="0">
                <a:solidFill>
                  <a:srgbClr val="FF6600"/>
                </a:solidFill>
              </a:rPr>
              <a:t>Technology Implementation</a:t>
            </a:r>
            <a:br>
              <a:rPr lang="en-US" sz="4000" cap="none" dirty="0">
                <a:solidFill>
                  <a:srgbClr val="FF6600"/>
                </a:solidFill>
              </a:rPr>
            </a:br>
            <a:r>
              <a:rPr lang="en-US" sz="4000" cap="none" dirty="0">
                <a:solidFill>
                  <a:srgbClr val="FF6600"/>
                </a:solidFill>
              </a:rPr>
              <a:t> (Hardware &amp; Software)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8</a:t>
            </a:fld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143001"/>
            <a:ext cx="8677200" cy="4267200"/>
          </a:xfrm>
        </p:spPr>
        <p:txBody>
          <a:bodyPr/>
          <a:lstStyle/>
          <a:p>
            <a:r>
              <a:rPr lang="en-IN" b="1" dirty="0"/>
              <a:t>Hardware Used</a:t>
            </a:r>
          </a:p>
          <a:p>
            <a:r>
              <a:rPr lang="en-IN" dirty="0"/>
              <a:t>Personal Computer / Laptop</a:t>
            </a:r>
          </a:p>
          <a:p>
            <a:r>
              <a:rPr lang="en-IN" dirty="0"/>
              <a:t>Minimum 8 GB RAM</a:t>
            </a:r>
          </a:p>
          <a:p>
            <a:r>
              <a:rPr lang="en-IN" dirty="0"/>
              <a:t>Intel i5 / equivalent processor</a:t>
            </a:r>
          </a:p>
          <a:p>
            <a:r>
              <a:rPr lang="en-IN" b="1" dirty="0"/>
              <a:t>Software Used</a:t>
            </a:r>
          </a:p>
          <a:p>
            <a:r>
              <a:rPr lang="en-IN" dirty="0"/>
              <a:t>Programming Language: </a:t>
            </a:r>
            <a:r>
              <a:rPr lang="en-IN" b="1" dirty="0"/>
              <a:t>Python</a:t>
            </a:r>
            <a:endParaRPr lang="en-IN" dirty="0"/>
          </a:p>
          <a:p>
            <a:r>
              <a:rPr lang="en-IN" dirty="0"/>
              <a:t>Database: </a:t>
            </a:r>
            <a:r>
              <a:rPr lang="en-IN" b="1" dirty="0"/>
              <a:t>MySQL / SQLite</a:t>
            </a:r>
            <a:endParaRPr lang="en-IN" dirty="0"/>
          </a:p>
          <a:p>
            <a:r>
              <a:rPr lang="en-IN" dirty="0"/>
              <a:t>IDE: </a:t>
            </a:r>
            <a:r>
              <a:rPr lang="en-IN" b="1" dirty="0"/>
              <a:t>VS Code / PyCharm</a:t>
            </a:r>
            <a:endParaRPr lang="en-IN" dirty="0"/>
          </a:p>
          <a:p>
            <a:r>
              <a:rPr lang="en-IN" dirty="0"/>
              <a:t>Database Tools: </a:t>
            </a:r>
            <a:r>
              <a:rPr lang="en-IN" b="1" dirty="0"/>
              <a:t>MySQL Workbench</a:t>
            </a:r>
            <a:endParaRPr lang="en-IN" dirty="0"/>
          </a:p>
          <a:p>
            <a:r>
              <a:rPr lang="en-IN" dirty="0"/>
              <a:t>Operating System: </a:t>
            </a:r>
            <a:r>
              <a:rPr lang="en-IN" b="1" dirty="0"/>
              <a:t>Windows / Linux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74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5400" y="395786"/>
            <a:ext cx="9439200" cy="83820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 dirty="0">
                <a:solidFill>
                  <a:srgbClr val="FF6600"/>
                </a:solidFill>
              </a:rPr>
              <a:t>Roles and Responsibilities</a:t>
            </a:r>
            <a:br>
              <a:rPr lang="en-US" sz="4000" cap="none" dirty="0">
                <a:solidFill>
                  <a:srgbClr val="FF6600"/>
                </a:solidFill>
              </a:rPr>
            </a:br>
            <a:endParaRPr lang="en-US" sz="4000" cap="none" dirty="0">
              <a:solidFill>
                <a:srgbClr val="FF66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9</a:t>
            </a:fld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3432" y="807698"/>
            <a:ext cx="7398568" cy="4319360"/>
          </a:xfrm>
        </p:spPr>
        <p:txBody>
          <a:bodyPr/>
          <a:lstStyle/>
          <a:p>
            <a:r>
              <a:rPr lang="en-US" dirty="0"/>
              <a:t>Attended internship training sessions</a:t>
            </a:r>
          </a:p>
          <a:p>
            <a:r>
              <a:rPr lang="en-US" dirty="0"/>
              <a:t>Completed Udemy courses on </a:t>
            </a:r>
            <a:r>
              <a:rPr lang="en-US" b="1" dirty="0"/>
              <a:t>Python and SQL</a:t>
            </a:r>
            <a:endParaRPr lang="en-US" dirty="0"/>
          </a:p>
          <a:p>
            <a:r>
              <a:rPr lang="en-US" dirty="0"/>
              <a:t>Learned Python basics (variables, loops, functions)</a:t>
            </a:r>
          </a:p>
          <a:p>
            <a:r>
              <a:rPr lang="en-US" dirty="0"/>
              <a:t>Learned SQL queries and database fundamentals</a:t>
            </a:r>
          </a:p>
          <a:p>
            <a:r>
              <a:rPr lang="en-US" dirty="0"/>
              <a:t>Practiced hands-on exercises and assignments</a:t>
            </a:r>
          </a:p>
          <a:p>
            <a:r>
              <a:rPr lang="en-US" dirty="0"/>
              <a:t>Participated in mentoring and guidance sessions</a:t>
            </a:r>
          </a:p>
          <a:p>
            <a:r>
              <a:rPr lang="en-US" dirty="0"/>
              <a:t>Followed coding standards and best practices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2332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5400" y="395786"/>
            <a:ext cx="9439200" cy="83820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 dirty="0">
                <a:solidFill>
                  <a:srgbClr val="FF6600"/>
                </a:solidFill>
              </a:rPr>
              <a:t>Conclusion</a:t>
            </a:r>
            <a:br>
              <a:rPr lang="en-US" sz="4000" cap="none" dirty="0">
                <a:solidFill>
                  <a:srgbClr val="FF6600"/>
                </a:solidFill>
              </a:rPr>
            </a:br>
            <a:endParaRPr lang="en-US" sz="4000" cap="none" dirty="0">
              <a:solidFill>
                <a:srgbClr val="FF66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10</a:t>
            </a:fld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066800"/>
            <a:ext cx="6467400" cy="4319360"/>
          </a:xfrm>
        </p:spPr>
        <p:txBody>
          <a:bodyPr/>
          <a:lstStyle/>
          <a:p>
            <a:r>
              <a:rPr lang="en-US" dirty="0"/>
              <a:t>The industrial training is a valuable learning experience</a:t>
            </a:r>
          </a:p>
          <a:p>
            <a:r>
              <a:rPr lang="en-US" dirty="0"/>
              <a:t>Gaining practical knowledge of </a:t>
            </a:r>
            <a:r>
              <a:rPr lang="en-US" b="1" dirty="0"/>
              <a:t>Python and SQL</a:t>
            </a:r>
            <a:endParaRPr lang="en-US" dirty="0"/>
          </a:p>
          <a:p>
            <a:r>
              <a:rPr lang="en-US" dirty="0"/>
              <a:t>Improved technical and professional skills</a:t>
            </a:r>
          </a:p>
          <a:p>
            <a:r>
              <a:rPr lang="en-US" dirty="0"/>
              <a:t>Learning how real-world projects are planned and executed</a:t>
            </a:r>
          </a:p>
          <a:p>
            <a:r>
              <a:rPr lang="en-US" dirty="0"/>
              <a:t>This internship enhances confidence and prepares me for future career opportunities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33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 Powerpoint Template - NEW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EBDFED05-017B-4836-B0DB-AE3C52F537F7}"/>
    </a:ext>
  </a:extLst>
</a:theme>
</file>

<file path=ppt/theme/theme2.xml><?xml version="1.0" encoding="utf-8"?>
<a:theme xmlns:a="http://schemas.openxmlformats.org/drawingml/2006/main" name="Agenda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F0A92FE3-D7C5-4C54-A449-399ABA4DE160}"/>
    </a:ext>
  </a:extLst>
</a:theme>
</file>

<file path=ppt/theme/theme3.xml><?xml version="1.0" encoding="utf-8"?>
<a:theme xmlns:a="http://schemas.openxmlformats.org/drawingml/2006/main" name="Divider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666DB7F9-18A3-46D1-8B74-7997BF6E6E1A}"/>
    </a:ext>
  </a:extLst>
</a:theme>
</file>

<file path=ppt/theme/theme4.xml><?xml version="1.0" encoding="utf-8"?>
<a:theme xmlns:a="http://schemas.openxmlformats.org/drawingml/2006/main" name="Media / Video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CA91B449-65BD-4337-8C8B-EDD4DF4FB145}"/>
    </a:ext>
  </a:extLst>
</a:theme>
</file>

<file path=ppt/theme/theme5.xml><?xml version="1.0" encoding="utf-8"?>
<a:theme xmlns:a="http://schemas.openxmlformats.org/drawingml/2006/main" name="Copy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756B89AD-C4AD-4933-8C3F-5C0ACD786FCF}"/>
    </a:ext>
  </a:extLst>
</a:theme>
</file>

<file path=ppt/theme/theme6.xml><?xml version="1.0" encoding="utf-8"?>
<a:theme xmlns:a="http://schemas.openxmlformats.org/drawingml/2006/main" name="Copy and Imag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81131F54-1D35-4A70-8D49-32796AEE1634}"/>
    </a:ext>
  </a:extLst>
</a:theme>
</file>

<file path=ppt/theme/theme7.xml><?xml version="1.0" encoding="utf-8"?>
<a:theme xmlns:a="http://schemas.openxmlformats.org/drawingml/2006/main" name="Table &amp; Graphs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CB33B207-9E41-4103-934B-507A6334F25D}"/>
    </a:ext>
  </a:extLst>
</a:theme>
</file>

<file path=ppt/theme/theme8.xml><?xml version="1.0" encoding="utf-8"?>
<a:theme xmlns:a="http://schemas.openxmlformats.org/drawingml/2006/main" name="Flow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1841CBEA-4B67-42D5-9327-9677E36191A1}"/>
    </a:ext>
  </a:extLst>
</a:theme>
</file>

<file path=ppt/theme/theme9.xml><?xml version="1.0" encoding="utf-8"?>
<a:theme xmlns:a="http://schemas.openxmlformats.org/drawingml/2006/main" name="Thank You 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9A8F878D-D9DE-4D31-BC23-1B7BE9984A7B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0ADC236C7AC742BB0BFCA0FFECEA3A" ma:contentTypeVersion="0" ma:contentTypeDescription="Create a new document." ma:contentTypeScope="" ma:versionID="6b302963b2d4f2b039b5a5db900d0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916671-0E7D-4594-8037-60C70BF44351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9AE24FE-195A-4977-9740-21B0E7B6E4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6C91B7-41B2-43A3-A2C0-738920E68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REVA REVISED TEMPLATE_PPTs</Template>
  <TotalTime>48</TotalTime>
  <Words>369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Nobel-Book</vt:lpstr>
      <vt:lpstr>Roboto Medium</vt:lpstr>
      <vt:lpstr>Times New Roman</vt:lpstr>
      <vt:lpstr>REVA Powerpoint Template - NEW</vt:lpstr>
      <vt:lpstr>Agenda</vt:lpstr>
      <vt:lpstr>Divider</vt:lpstr>
      <vt:lpstr>Media / Video Slide</vt:lpstr>
      <vt:lpstr>Copy Slides</vt:lpstr>
      <vt:lpstr>Copy and Image</vt:lpstr>
      <vt:lpstr>Table &amp; Graphs Slide</vt:lpstr>
      <vt:lpstr>Flow Slides</vt:lpstr>
      <vt:lpstr>Thank You </vt:lpstr>
      <vt:lpstr>INTERNSHIP-PHASE 1 REVIEW</vt:lpstr>
      <vt:lpstr>COMPANY NAME : </vt:lpstr>
      <vt:lpstr>Contents</vt:lpstr>
      <vt:lpstr>Introduction</vt:lpstr>
      <vt:lpstr>Objective of Industrial Training</vt:lpstr>
      <vt:lpstr>Company Profile</vt:lpstr>
      <vt:lpstr>Description of the Project/Work</vt:lpstr>
      <vt:lpstr>Technology Implementation  (Hardware &amp; Software)</vt:lpstr>
      <vt:lpstr>Roles and Responsibilities </vt:lpstr>
      <vt:lpstr>Conclusion 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 - Synopsis (Phase 1 Review 1)</dc:title>
  <dc:creator>REVA00218</dc:creator>
  <cp:lastModifiedBy>Shashank, T J (Contractor)</cp:lastModifiedBy>
  <cp:revision>15</cp:revision>
  <cp:lastPrinted>2018-09-28T07:11:06Z</cp:lastPrinted>
  <dcterms:created xsi:type="dcterms:W3CDTF">2022-06-10T03:29:01Z</dcterms:created>
  <dcterms:modified xsi:type="dcterms:W3CDTF">2026-04-22T09:07:49Z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0x010100B60ADC236C7AC742BB0BFCA0FFECEA3A</vt:lpwstr>
  </property>
</Properties>
</file>